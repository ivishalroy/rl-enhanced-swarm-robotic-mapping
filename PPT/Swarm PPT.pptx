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66" r:id="rId2"/>
    <p:sldId id="269" r:id="rId3"/>
    <p:sldId id="278" r:id="rId4"/>
    <p:sldId id="277" r:id="rId5"/>
    <p:sldId id="272" r:id="rId6"/>
    <p:sldId id="276" r:id="rId7"/>
    <p:sldId id="275" r:id="rId8"/>
    <p:sldId id="284" r:id="rId9"/>
    <p:sldId id="285" r:id="rId10"/>
    <p:sldId id="268" r:id="rId11"/>
    <p:sldId id="283" r:id="rId12"/>
    <p:sldId id="279" r:id="rId13"/>
    <p:sldId id="280" r:id="rId14"/>
    <p:sldId id="274" r:id="rId15"/>
  </p:sldIdLst>
  <p:sldSz cx="14630400" cy="8229600"/>
  <p:notesSz cx="8229600" cy="14630400"/>
  <p:embeddedFontLst>
    <p:embeddedFont>
      <p:font typeface="Arial Narrow" panose="020B0606020202030204" pitchFamily="34" charset="0"/>
      <p:regular r:id="rId17"/>
      <p:bold r:id="rId18"/>
      <p:italic r:id="rId19"/>
      <p:boldItalic r:id="rId20"/>
    </p:embeddedFont>
    <p:embeddedFont>
      <p:font typeface="Calibri bold" panose="020F0702030404030204" pitchFamily="34" charset="0"/>
      <p:bold r:id="rId21"/>
    </p:embeddedFont>
    <p:embeddedFont>
      <p:font typeface="Cambria Math" panose="02040503050406030204" pitchFamily="18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FDE818-879F-407E-85EF-61CBA4587B9A}" v="264" dt="2026-04-05T11:44:05.9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ROY" userId="e5c49ba7f90d0416" providerId="LiveId" clId="{135F0010-4F93-4F42-AF25-C347FD38F14E}"/>
    <pc:docChg chg="undo redo custSel addSld delSld modSld sldOrd">
      <pc:chgData name="VISHAL ROY" userId="e5c49ba7f90d0416" providerId="LiveId" clId="{135F0010-4F93-4F42-AF25-C347FD38F14E}" dt="2026-04-05T11:43:55.242" v="4865" actId="1035"/>
      <pc:docMkLst>
        <pc:docMk/>
      </pc:docMkLst>
      <pc:sldChg chg="addSp delSp modSp del mod">
        <pc:chgData name="VISHAL ROY" userId="e5c49ba7f90d0416" providerId="LiveId" clId="{135F0010-4F93-4F42-AF25-C347FD38F14E}" dt="2026-04-04T11:40:45.305" v="2432" actId="2696"/>
        <pc:sldMkLst>
          <pc:docMk/>
          <pc:sldMk cId="0" sldId="256"/>
        </pc:sldMkLst>
        <pc:spChg chg="del mod">
          <ac:chgData name="VISHAL ROY" userId="e5c49ba7f90d0416" providerId="LiveId" clId="{135F0010-4F93-4F42-AF25-C347FD38F14E}" dt="2026-04-04T11:40:07.185" v="2427" actId="21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VISHAL ROY" userId="e5c49ba7f90d0416" providerId="LiveId" clId="{135F0010-4F93-4F42-AF25-C347FD38F14E}" dt="2026-04-04T11:40:07.185" v="2427" actId="21"/>
          <ac:spMkLst>
            <pc:docMk/>
            <pc:sldMk cId="0" sldId="256"/>
            <ac:spMk id="3" creationId="{00000000-0000-0000-0000-000000000000}"/>
          </ac:spMkLst>
        </pc:spChg>
        <pc:spChg chg="del">
          <ac:chgData name="VISHAL ROY" userId="e5c49ba7f90d0416" providerId="LiveId" clId="{135F0010-4F93-4F42-AF25-C347FD38F14E}" dt="2026-04-04T11:39:46.242" v="2421" actId="21"/>
          <ac:spMkLst>
            <pc:docMk/>
            <pc:sldMk cId="0" sldId="256"/>
            <ac:spMk id="5" creationId="{132FAEB7-511F-0A33-7D0C-E953229B3545}"/>
          </ac:spMkLst>
        </pc:spChg>
        <pc:spChg chg="add del mod">
          <ac:chgData name="VISHAL ROY" userId="e5c49ba7f90d0416" providerId="LiveId" clId="{135F0010-4F93-4F42-AF25-C347FD38F14E}" dt="2026-04-04T11:40:07.185" v="2427" actId="21"/>
          <ac:spMkLst>
            <pc:docMk/>
            <pc:sldMk cId="0" sldId="256"/>
            <ac:spMk id="6" creationId="{DB8B8665-7C4F-561F-ECF8-AC28458374A5}"/>
          </ac:spMkLst>
        </pc:spChg>
        <pc:spChg chg="add del mod">
          <ac:chgData name="VISHAL ROY" userId="e5c49ba7f90d0416" providerId="LiveId" clId="{135F0010-4F93-4F42-AF25-C347FD38F14E}" dt="2026-04-04T06:05:21.047" v="334" actId="22"/>
          <ac:spMkLst>
            <pc:docMk/>
            <pc:sldMk cId="0" sldId="256"/>
            <ac:spMk id="7" creationId="{CF5085FC-3289-10B7-6EE9-0DFE61263A2E}"/>
          </ac:spMkLst>
        </pc:spChg>
        <pc:spChg chg="add del mod">
          <ac:chgData name="VISHAL ROY" userId="e5c49ba7f90d0416" providerId="LiveId" clId="{135F0010-4F93-4F42-AF25-C347FD38F14E}" dt="2026-04-04T06:27:47.078" v="582" actId="478"/>
          <ac:spMkLst>
            <pc:docMk/>
            <pc:sldMk cId="0" sldId="256"/>
            <ac:spMk id="11" creationId="{D6D34681-17D3-E883-C613-D004788AA663}"/>
          </ac:spMkLst>
        </pc:spChg>
        <pc:spChg chg="add mod">
          <ac:chgData name="VISHAL ROY" userId="e5c49ba7f90d0416" providerId="LiveId" clId="{135F0010-4F93-4F42-AF25-C347FD38F14E}" dt="2026-04-04T11:39:42.199" v="2420" actId="1076"/>
          <ac:spMkLst>
            <pc:docMk/>
            <pc:sldMk cId="0" sldId="256"/>
            <ac:spMk id="13" creationId="{4904AF90-F449-BDDB-EFB0-46B006D007C6}"/>
          </ac:spMkLst>
        </pc:spChg>
        <pc:spChg chg="add del">
          <ac:chgData name="VISHAL ROY" userId="e5c49ba7f90d0416" providerId="LiveId" clId="{135F0010-4F93-4F42-AF25-C347FD38F14E}" dt="2026-04-04T06:13:15.169" v="434" actId="478"/>
          <ac:spMkLst>
            <pc:docMk/>
            <pc:sldMk cId="0" sldId="256"/>
            <ac:spMk id="17" creationId="{E0DA99F8-4501-2418-4705-BF4773A11042}"/>
          </ac:spMkLst>
        </pc:spChg>
        <pc:spChg chg="add mod">
          <ac:chgData name="VISHAL ROY" userId="e5c49ba7f90d0416" providerId="LiveId" clId="{135F0010-4F93-4F42-AF25-C347FD38F14E}" dt="2026-04-04T06:28:36.948" v="589" actId="164"/>
          <ac:spMkLst>
            <pc:docMk/>
            <pc:sldMk cId="0" sldId="256"/>
            <ac:spMk id="19" creationId="{D2E10D84-6931-AF1B-58CB-996ADA7D6884}"/>
          </ac:spMkLst>
        </pc:spChg>
        <pc:spChg chg="add mod">
          <ac:chgData name="VISHAL ROY" userId="e5c49ba7f90d0416" providerId="LiveId" clId="{135F0010-4F93-4F42-AF25-C347FD38F14E}" dt="2026-04-04T06:28:36.948" v="589" actId="164"/>
          <ac:spMkLst>
            <pc:docMk/>
            <pc:sldMk cId="0" sldId="256"/>
            <ac:spMk id="21" creationId="{60D43A43-F7A8-427D-DF8C-AA97040BC6EC}"/>
          </ac:spMkLst>
        </pc:spChg>
        <pc:spChg chg="add del mod">
          <ac:chgData name="VISHAL ROY" userId="e5c49ba7f90d0416" providerId="LiveId" clId="{135F0010-4F93-4F42-AF25-C347FD38F14E}" dt="2026-04-04T11:40:07.185" v="2427" actId="21"/>
          <ac:spMkLst>
            <pc:docMk/>
            <pc:sldMk cId="0" sldId="256"/>
            <ac:spMk id="23" creationId="{E50BE80D-03C1-75B3-BFBC-9083A7306856}"/>
          </ac:spMkLst>
        </pc:spChg>
        <pc:grpChg chg="add del mod">
          <ac:chgData name="VISHAL ROY" userId="e5c49ba7f90d0416" providerId="LiveId" clId="{135F0010-4F93-4F42-AF25-C347FD38F14E}" dt="2026-04-04T11:39:46.242" v="2421" actId="21"/>
          <ac:grpSpMkLst>
            <pc:docMk/>
            <pc:sldMk cId="0" sldId="256"/>
            <ac:grpSpMk id="24" creationId="{D8178E8E-442C-3916-12CD-848341F63ED1}"/>
          </ac:grpSpMkLst>
        </pc:grpChg>
        <pc:graphicFrameChg chg="add del mod">
          <ac:chgData name="VISHAL ROY" userId="e5c49ba7f90d0416" providerId="LiveId" clId="{135F0010-4F93-4F42-AF25-C347FD38F14E}" dt="2026-04-04T11:40:07.185" v="2427" actId="21"/>
          <ac:graphicFrameMkLst>
            <pc:docMk/>
            <pc:sldMk cId="0" sldId="256"/>
            <ac:graphicFrameMk id="4" creationId="{954EE59D-5689-726E-677A-2838DFFCD952}"/>
          </ac:graphicFrameMkLst>
        </pc:graphicFrameChg>
        <pc:graphicFrameChg chg="add mod modGraphic">
          <ac:chgData name="VISHAL ROY" userId="e5c49ba7f90d0416" providerId="LiveId" clId="{135F0010-4F93-4F42-AF25-C347FD38F14E}" dt="2026-04-04T07:17:17.034" v="1209" actId="14100"/>
          <ac:graphicFrameMkLst>
            <pc:docMk/>
            <pc:sldMk cId="0" sldId="256"/>
            <ac:graphicFrameMk id="25" creationId="{6B0D6FB9-DF9F-57F0-26EC-D4EABBA72548}"/>
          </ac:graphicFrameMkLst>
        </pc:graphicFrameChg>
        <pc:graphicFrameChg chg="add mod modGraphic">
          <ac:chgData name="VISHAL ROY" userId="e5c49ba7f90d0416" providerId="LiveId" clId="{135F0010-4F93-4F42-AF25-C347FD38F14E}" dt="2026-04-04T07:26:24.464" v="1265" actId="14100"/>
          <ac:graphicFrameMkLst>
            <pc:docMk/>
            <pc:sldMk cId="0" sldId="256"/>
            <ac:graphicFrameMk id="26" creationId="{D87F4F3F-7E74-7FBA-240A-7FD849B3FFAC}"/>
          </ac:graphicFrameMkLst>
        </pc:graphicFrameChg>
        <pc:picChg chg="del">
          <ac:chgData name="VISHAL ROY" userId="e5c49ba7f90d0416" providerId="LiveId" clId="{135F0010-4F93-4F42-AF25-C347FD38F14E}" dt="2026-04-04T05:41:05.023" v="295" actId="478"/>
          <ac:picMkLst>
            <pc:docMk/>
            <pc:sldMk cId="0" sldId="256"/>
            <ac:picMk id="4" creationId="{00000000-0000-0000-0000-000000000000}"/>
          </ac:picMkLst>
        </pc:picChg>
        <pc:picChg chg="add del">
          <ac:chgData name="VISHAL ROY" userId="e5c49ba7f90d0416" providerId="LiveId" clId="{135F0010-4F93-4F42-AF25-C347FD38F14E}" dt="2026-04-04T06:05:42.587" v="337" actId="22"/>
          <ac:picMkLst>
            <pc:docMk/>
            <pc:sldMk cId="0" sldId="256"/>
            <ac:picMk id="9" creationId="{3089CAD5-6321-348F-6DFA-E5587BFA25E6}"/>
          </ac:picMkLst>
        </pc:picChg>
        <pc:cxnChg chg="add del mod">
          <ac:chgData name="VISHAL ROY" userId="e5c49ba7f90d0416" providerId="LiveId" clId="{135F0010-4F93-4F42-AF25-C347FD38F14E}" dt="2026-04-04T11:40:07.185" v="2427" actId="21"/>
          <ac:cxnSpMkLst>
            <pc:docMk/>
            <pc:sldMk cId="0" sldId="256"/>
            <ac:cxnSpMk id="15" creationId="{DC4DCF1D-EC09-F53D-C089-C775F0940C55}"/>
          </ac:cxnSpMkLst>
        </pc:cxnChg>
      </pc:sldChg>
      <pc:sldChg chg="del">
        <pc:chgData name="VISHAL ROY" userId="e5c49ba7f90d0416" providerId="LiveId" clId="{135F0010-4F93-4F42-AF25-C347FD38F14E}" dt="2026-04-04T12:04:30.764" v="2703" actId="2696"/>
        <pc:sldMkLst>
          <pc:docMk/>
          <pc:sldMk cId="0" sldId="257"/>
        </pc:sldMkLst>
      </pc:sldChg>
      <pc:sldChg chg="del">
        <pc:chgData name="VISHAL ROY" userId="e5c49ba7f90d0416" providerId="LiveId" clId="{135F0010-4F93-4F42-AF25-C347FD38F14E}" dt="2026-04-04T12:04:25.290" v="2701" actId="2696"/>
        <pc:sldMkLst>
          <pc:docMk/>
          <pc:sldMk cId="0" sldId="258"/>
        </pc:sldMkLst>
      </pc:sldChg>
      <pc:sldChg chg="del">
        <pc:chgData name="VISHAL ROY" userId="e5c49ba7f90d0416" providerId="LiveId" clId="{135F0010-4F93-4F42-AF25-C347FD38F14E}" dt="2026-04-04T12:04:23.233" v="2700" actId="2696"/>
        <pc:sldMkLst>
          <pc:docMk/>
          <pc:sldMk cId="0" sldId="259"/>
        </pc:sldMkLst>
      </pc:sldChg>
      <pc:sldChg chg="del">
        <pc:chgData name="VISHAL ROY" userId="e5c49ba7f90d0416" providerId="LiveId" clId="{135F0010-4F93-4F42-AF25-C347FD38F14E}" dt="2026-04-04T12:04:20.670" v="2699" actId="2696"/>
        <pc:sldMkLst>
          <pc:docMk/>
          <pc:sldMk cId="0" sldId="260"/>
        </pc:sldMkLst>
      </pc:sldChg>
      <pc:sldChg chg="del">
        <pc:chgData name="VISHAL ROY" userId="e5c49ba7f90d0416" providerId="LiveId" clId="{135F0010-4F93-4F42-AF25-C347FD38F14E}" dt="2026-04-04T12:04:18.507" v="2698" actId="2696"/>
        <pc:sldMkLst>
          <pc:docMk/>
          <pc:sldMk cId="0" sldId="261"/>
        </pc:sldMkLst>
      </pc:sldChg>
      <pc:sldChg chg="del">
        <pc:chgData name="VISHAL ROY" userId="e5c49ba7f90d0416" providerId="LiveId" clId="{135F0010-4F93-4F42-AF25-C347FD38F14E}" dt="2026-04-04T12:04:15.952" v="2697" actId="2696"/>
        <pc:sldMkLst>
          <pc:docMk/>
          <pc:sldMk cId="0" sldId="262"/>
        </pc:sldMkLst>
      </pc:sldChg>
      <pc:sldChg chg="del">
        <pc:chgData name="VISHAL ROY" userId="e5c49ba7f90d0416" providerId="LiveId" clId="{135F0010-4F93-4F42-AF25-C347FD38F14E}" dt="2026-04-04T12:04:13.329" v="2696" actId="2696"/>
        <pc:sldMkLst>
          <pc:docMk/>
          <pc:sldMk cId="0" sldId="263"/>
        </pc:sldMkLst>
      </pc:sldChg>
      <pc:sldChg chg="del">
        <pc:chgData name="VISHAL ROY" userId="e5c49ba7f90d0416" providerId="LiveId" clId="{135F0010-4F93-4F42-AF25-C347FD38F14E}" dt="2026-04-04T12:04:10.040" v="2695" actId="2696"/>
        <pc:sldMkLst>
          <pc:docMk/>
          <pc:sldMk cId="0" sldId="264"/>
        </pc:sldMkLst>
      </pc:sldChg>
      <pc:sldChg chg="del">
        <pc:chgData name="VISHAL ROY" userId="e5c49ba7f90d0416" providerId="LiveId" clId="{135F0010-4F93-4F42-AF25-C347FD38F14E}" dt="2026-04-04T07:37:01.834" v="1427" actId="2696"/>
        <pc:sldMkLst>
          <pc:docMk/>
          <pc:sldMk cId="0" sldId="265"/>
        </pc:sldMkLst>
      </pc:sldChg>
      <pc:sldChg chg="addSp delSp modSp mod">
        <pc:chgData name="VISHAL ROY" userId="e5c49ba7f90d0416" providerId="LiveId" clId="{135F0010-4F93-4F42-AF25-C347FD38F14E}" dt="2026-04-04T07:27:41.982" v="1268" actId="1076"/>
        <pc:sldMkLst>
          <pc:docMk/>
          <pc:sldMk cId="329980909" sldId="266"/>
        </pc:sldMkLst>
        <pc:spChg chg="del mod">
          <ac:chgData name="VISHAL ROY" userId="e5c49ba7f90d0416" providerId="LiveId" clId="{135F0010-4F93-4F42-AF25-C347FD38F14E}" dt="2026-04-04T04:56:12.170" v="64" actId="478"/>
          <ac:spMkLst>
            <pc:docMk/>
            <pc:sldMk cId="329980909" sldId="266"/>
            <ac:spMk id="3" creationId="{C4BCAF08-33CB-C9A6-2522-A709C4C41955}"/>
          </ac:spMkLst>
        </pc:spChg>
        <pc:spChg chg="del mod">
          <ac:chgData name="VISHAL ROY" userId="e5c49ba7f90d0416" providerId="LiveId" clId="{135F0010-4F93-4F42-AF25-C347FD38F14E}" dt="2026-04-04T04:52:59.779" v="32" actId="478"/>
          <ac:spMkLst>
            <pc:docMk/>
            <pc:sldMk cId="329980909" sldId="266"/>
            <ac:spMk id="4" creationId="{A91816CC-915D-18B4-5521-8A83246E1712}"/>
          </ac:spMkLst>
        </pc:spChg>
        <pc:spChg chg="del mod">
          <ac:chgData name="VISHAL ROY" userId="e5c49ba7f90d0416" providerId="LiveId" clId="{135F0010-4F93-4F42-AF25-C347FD38F14E}" dt="2026-04-04T04:54:08.492" v="45" actId="478"/>
          <ac:spMkLst>
            <pc:docMk/>
            <pc:sldMk cId="329980909" sldId="266"/>
            <ac:spMk id="5" creationId="{26C4C757-6AF5-C1E0-79F6-1FFDAA9CF76C}"/>
          </ac:spMkLst>
        </pc:spChg>
        <pc:spChg chg="mod">
          <ac:chgData name="VISHAL ROY" userId="e5c49ba7f90d0416" providerId="LiveId" clId="{135F0010-4F93-4F42-AF25-C347FD38F14E}" dt="2026-04-04T07:27:41.982" v="1268" actId="1076"/>
          <ac:spMkLst>
            <pc:docMk/>
            <pc:sldMk cId="329980909" sldId="266"/>
            <ac:spMk id="6" creationId="{E3A4986D-980C-BF39-A42B-B3DD20C812C7}"/>
          </ac:spMkLst>
        </pc:spChg>
        <pc:spChg chg="mod">
          <ac:chgData name="VISHAL ROY" userId="e5c49ba7f90d0416" providerId="LiveId" clId="{135F0010-4F93-4F42-AF25-C347FD38F14E}" dt="2026-04-04T05:26:13.978" v="265" actId="1076"/>
          <ac:spMkLst>
            <pc:docMk/>
            <pc:sldMk cId="329980909" sldId="266"/>
            <ac:spMk id="7" creationId="{4A0B0DD8-715B-052E-43E6-5CD963428D66}"/>
          </ac:spMkLst>
        </pc:spChg>
        <pc:spChg chg="mod">
          <ac:chgData name="VISHAL ROY" userId="e5c49ba7f90d0416" providerId="LiveId" clId="{135F0010-4F93-4F42-AF25-C347FD38F14E}" dt="2026-04-04T05:22:45.294" v="258" actId="20577"/>
          <ac:spMkLst>
            <pc:docMk/>
            <pc:sldMk cId="329980909" sldId="266"/>
            <ac:spMk id="13" creationId="{57C02F5A-787E-BCB3-499C-45BF0CB99C9F}"/>
          </ac:spMkLst>
        </pc:spChg>
        <pc:spChg chg="add mod">
          <ac:chgData name="VISHAL ROY" userId="e5c49ba7f90d0416" providerId="LiveId" clId="{135F0010-4F93-4F42-AF25-C347FD38F14E}" dt="2026-04-04T05:33:05.836" v="291" actId="207"/>
          <ac:spMkLst>
            <pc:docMk/>
            <pc:sldMk cId="329980909" sldId="266"/>
            <ac:spMk id="19" creationId="{55E63C04-9088-E828-9FE1-04C65037368C}"/>
          </ac:spMkLst>
        </pc:spChg>
        <pc:spChg chg="add del">
          <ac:chgData name="VISHAL ROY" userId="e5c49ba7f90d0416" providerId="LiveId" clId="{135F0010-4F93-4F42-AF25-C347FD38F14E}" dt="2026-04-04T05:05:25.548" v="170" actId="11529"/>
          <ac:spMkLst>
            <pc:docMk/>
            <pc:sldMk cId="329980909" sldId="266"/>
            <ac:spMk id="22" creationId="{53F30DB1-6E6B-9A73-9F43-80943A981FF6}"/>
          </ac:spMkLst>
        </pc:spChg>
        <pc:spChg chg="add del mod">
          <ac:chgData name="VISHAL ROY" userId="e5c49ba7f90d0416" providerId="LiveId" clId="{135F0010-4F93-4F42-AF25-C347FD38F14E}" dt="2026-04-04T05:05:48.164" v="174" actId="11529"/>
          <ac:spMkLst>
            <pc:docMk/>
            <pc:sldMk cId="329980909" sldId="266"/>
            <ac:spMk id="23" creationId="{44FAD48E-8A6E-B64E-008F-915D4B4E2975}"/>
          </ac:spMkLst>
        </pc:spChg>
        <pc:spChg chg="add del mod">
          <ac:chgData name="VISHAL ROY" userId="e5c49ba7f90d0416" providerId="LiveId" clId="{135F0010-4F93-4F42-AF25-C347FD38F14E}" dt="2026-04-04T05:33:08.157" v="292" actId="478"/>
          <ac:spMkLst>
            <pc:docMk/>
            <pc:sldMk cId="329980909" sldId="266"/>
            <ac:spMk id="27" creationId="{ED20C3C9-E5F9-69FB-449B-53A9EFB055EB}"/>
          </ac:spMkLst>
        </pc:spChg>
        <pc:graphicFrameChg chg="del">
          <ac:chgData name="VISHAL ROY" userId="e5c49ba7f90d0416" providerId="LiveId" clId="{135F0010-4F93-4F42-AF25-C347FD38F14E}" dt="2026-04-04T04:39:17.424" v="0" actId="478"/>
          <ac:graphicFrameMkLst>
            <pc:docMk/>
            <pc:sldMk cId="329980909" sldId="266"/>
            <ac:graphicFrameMk id="11" creationId="{72921726-BBB7-ACEA-C84D-124409477781}"/>
          </ac:graphicFrameMkLst>
        </pc:graphicFrameChg>
        <pc:graphicFrameChg chg="del">
          <ac:chgData name="VISHAL ROY" userId="e5c49ba7f90d0416" providerId="LiveId" clId="{135F0010-4F93-4F42-AF25-C347FD38F14E}" dt="2026-04-04T04:40:12.761" v="1" actId="478"/>
          <ac:graphicFrameMkLst>
            <pc:docMk/>
            <pc:sldMk cId="329980909" sldId="266"/>
            <ac:graphicFrameMk id="12" creationId="{4E3618E5-459F-A922-C228-C2138BF106E0}"/>
          </ac:graphicFrameMkLst>
        </pc:graphicFrameChg>
        <pc:graphicFrameChg chg="add del mod modGraphic">
          <ac:chgData name="VISHAL ROY" userId="e5c49ba7f90d0416" providerId="LiveId" clId="{135F0010-4F93-4F42-AF25-C347FD38F14E}" dt="2026-04-04T04:52:41.210" v="27" actId="478"/>
          <ac:graphicFrameMkLst>
            <pc:docMk/>
            <pc:sldMk cId="329980909" sldId="266"/>
            <ac:graphicFrameMk id="16" creationId="{B4E2DBA6-973D-2617-5E70-466B9960671D}"/>
          </ac:graphicFrameMkLst>
        </pc:graphicFrameChg>
        <pc:graphicFrameChg chg="add del mod modGraphic">
          <ac:chgData name="VISHAL ROY" userId="e5c49ba7f90d0416" providerId="LiveId" clId="{135F0010-4F93-4F42-AF25-C347FD38F14E}" dt="2026-04-04T04:53:18.222" v="35" actId="478"/>
          <ac:graphicFrameMkLst>
            <pc:docMk/>
            <pc:sldMk cId="329980909" sldId="266"/>
            <ac:graphicFrameMk id="17" creationId="{A61DF91B-B19E-55FE-83BB-66B7C5E97560}"/>
          </ac:graphicFrameMkLst>
        </pc:graphicFrameChg>
        <pc:picChg chg="mod">
          <ac:chgData name="VISHAL ROY" userId="e5c49ba7f90d0416" providerId="LiveId" clId="{135F0010-4F93-4F42-AF25-C347FD38F14E}" dt="2026-04-04T05:54:44.463" v="302" actId="1035"/>
          <ac:picMkLst>
            <pc:docMk/>
            <pc:sldMk cId="329980909" sldId="266"/>
            <ac:picMk id="9" creationId="{41D14C68-4455-F5F0-92B8-0E12C5712285}"/>
          </ac:picMkLst>
        </pc:picChg>
        <pc:picChg chg="mod">
          <ac:chgData name="VISHAL ROY" userId="e5c49ba7f90d0416" providerId="LiveId" clId="{135F0010-4F93-4F42-AF25-C347FD38F14E}" dt="2026-04-04T05:08:31.274" v="189" actId="1076"/>
          <ac:picMkLst>
            <pc:docMk/>
            <pc:sldMk cId="329980909" sldId="266"/>
            <ac:picMk id="10" creationId="{8424F32E-683E-8F02-DB97-9E735D6D387E}"/>
          </ac:picMkLst>
        </pc:picChg>
        <pc:picChg chg="add mod">
          <ac:chgData name="VISHAL ROY" userId="e5c49ba7f90d0416" providerId="LiveId" clId="{135F0010-4F93-4F42-AF25-C347FD38F14E}" dt="2026-04-04T05:54:31.674" v="297" actId="14100"/>
          <ac:picMkLst>
            <pc:docMk/>
            <pc:sldMk cId="329980909" sldId="266"/>
            <ac:picMk id="15" creationId="{36E647C7-496A-51C4-E84D-3A61CECAC65E}"/>
          </ac:picMkLst>
        </pc:picChg>
        <pc:picChg chg="add mod">
          <ac:chgData name="VISHAL ROY" userId="e5c49ba7f90d0416" providerId="LiveId" clId="{135F0010-4F93-4F42-AF25-C347FD38F14E}" dt="2026-04-04T04:57:11.314" v="69" actId="14100"/>
          <ac:picMkLst>
            <pc:docMk/>
            <pc:sldMk cId="329980909" sldId="266"/>
            <ac:picMk id="21" creationId="{8D7F7AE9-95C9-4506-39A8-9C9E371BC585}"/>
          </ac:picMkLst>
        </pc:picChg>
        <pc:cxnChg chg="add mod">
          <ac:chgData name="VISHAL ROY" userId="e5c49ba7f90d0416" providerId="LiveId" clId="{135F0010-4F93-4F42-AF25-C347FD38F14E}" dt="2026-04-04T05:21:54.662" v="221" actId="1038"/>
          <ac:cxnSpMkLst>
            <pc:docMk/>
            <pc:sldMk cId="329980909" sldId="266"/>
            <ac:cxnSpMk id="25" creationId="{A5EB3C4B-F537-2B93-11D7-2F43FAC5F2B5}"/>
          </ac:cxnSpMkLst>
        </pc:cxnChg>
      </pc:sldChg>
      <pc:sldChg chg="del">
        <pc:chgData name="VISHAL ROY" userId="e5c49ba7f90d0416" providerId="LiveId" clId="{135F0010-4F93-4F42-AF25-C347FD38F14E}" dt="2026-04-04T12:04:27.516" v="2702" actId="2696"/>
        <pc:sldMkLst>
          <pc:docMk/>
          <pc:sldMk cId="1123542462" sldId="267"/>
        </pc:sldMkLst>
      </pc:sldChg>
      <pc:sldChg chg="addSp delSp modSp new mod">
        <pc:chgData name="VISHAL ROY" userId="e5c49ba7f90d0416" providerId="LiveId" clId="{135F0010-4F93-4F42-AF25-C347FD38F14E}" dt="2026-04-05T10:27:37.204" v="4861" actId="313"/>
        <pc:sldMkLst>
          <pc:docMk/>
          <pc:sldMk cId="2478272827" sldId="268"/>
        </pc:sldMkLst>
        <pc:spChg chg="add">
          <ac:chgData name="VISHAL ROY" userId="e5c49ba7f90d0416" providerId="LiveId" clId="{135F0010-4F93-4F42-AF25-C347FD38F14E}" dt="2026-04-04T20:11:55.144" v="3673"/>
          <ac:spMkLst>
            <pc:docMk/>
            <pc:sldMk cId="2478272827" sldId="268"/>
            <ac:spMk id="2" creationId="{91A3692F-8144-F991-4B3D-ED4400142897}"/>
          </ac:spMkLst>
        </pc:spChg>
        <pc:spChg chg="add del">
          <ac:chgData name="VISHAL ROY" userId="e5c49ba7f90d0416" providerId="LiveId" clId="{135F0010-4F93-4F42-AF25-C347FD38F14E}" dt="2026-04-04T06:35:46.900" v="612" actId="22"/>
          <ac:spMkLst>
            <pc:docMk/>
            <pc:sldMk cId="2478272827" sldId="268"/>
            <ac:spMk id="3" creationId="{24309361-C5E3-ED0B-C696-982BC0C99770}"/>
          </ac:spMkLst>
        </pc:spChg>
        <pc:spChg chg="add mod">
          <ac:chgData name="VISHAL ROY" userId="e5c49ba7f90d0416" providerId="LiveId" clId="{135F0010-4F93-4F42-AF25-C347FD38F14E}" dt="2026-04-04T20:12:03.587" v="3675"/>
          <ac:spMkLst>
            <pc:docMk/>
            <pc:sldMk cId="2478272827" sldId="268"/>
            <ac:spMk id="3" creationId="{EBDCA8EC-260F-CB05-31B5-71216CA595F0}"/>
          </ac:spMkLst>
        </pc:spChg>
        <pc:spChg chg="add del mod">
          <ac:chgData name="VISHAL ROY" userId="e5c49ba7f90d0416" providerId="LiveId" clId="{135F0010-4F93-4F42-AF25-C347FD38F14E}" dt="2026-04-04T12:31:15.410" v="3029" actId="478"/>
          <ac:spMkLst>
            <pc:docMk/>
            <pc:sldMk cId="2478272827" sldId="268"/>
            <ac:spMk id="4" creationId="{57570180-AA66-0D66-B20D-329E9188A9D6}"/>
          </ac:spMkLst>
        </pc:spChg>
        <pc:spChg chg="add">
          <ac:chgData name="VISHAL ROY" userId="e5c49ba7f90d0416" providerId="LiveId" clId="{135F0010-4F93-4F42-AF25-C347FD38F14E}" dt="2026-04-04T20:12:08.172" v="3677"/>
          <ac:spMkLst>
            <pc:docMk/>
            <pc:sldMk cId="2478272827" sldId="268"/>
            <ac:spMk id="4" creationId="{A0439212-F49A-0BA7-090D-66C05BC54080}"/>
          </ac:spMkLst>
        </pc:spChg>
        <pc:spChg chg="add del mod">
          <ac:chgData name="VISHAL ROY" userId="e5c49ba7f90d0416" providerId="LiveId" clId="{135F0010-4F93-4F42-AF25-C347FD38F14E}" dt="2026-04-04T20:12:25.404" v="3680" actId="478"/>
          <ac:spMkLst>
            <pc:docMk/>
            <pc:sldMk cId="2478272827" sldId="268"/>
            <ac:spMk id="5" creationId="{480BEFFD-3B7D-84B3-E9C5-33EBD738DACA}"/>
          </ac:spMkLst>
        </pc:spChg>
        <pc:spChg chg="add del mod">
          <ac:chgData name="VISHAL ROY" userId="e5c49ba7f90d0416" providerId="LiveId" clId="{135F0010-4F93-4F42-AF25-C347FD38F14E}" dt="2026-04-04T06:36:03.494" v="618"/>
          <ac:spMkLst>
            <pc:docMk/>
            <pc:sldMk cId="2478272827" sldId="268"/>
            <ac:spMk id="5" creationId="{61E8ED79-C5C3-2F50-FD17-3551F612DC6E}"/>
          </ac:spMkLst>
        </pc:spChg>
        <pc:spChg chg="add">
          <ac:chgData name="VISHAL ROY" userId="e5c49ba7f90d0416" providerId="LiveId" clId="{135F0010-4F93-4F42-AF25-C347FD38F14E}" dt="2026-04-04T20:12:37.515" v="3681"/>
          <ac:spMkLst>
            <pc:docMk/>
            <pc:sldMk cId="2478272827" sldId="268"/>
            <ac:spMk id="6" creationId="{8001A36E-2810-59A7-A01D-BC686FD5FFB7}"/>
          </ac:spMkLst>
        </pc:spChg>
        <pc:spChg chg="add del mod">
          <ac:chgData name="VISHAL ROY" userId="e5c49ba7f90d0416" providerId="LiveId" clId="{135F0010-4F93-4F42-AF25-C347FD38F14E}" dt="2026-04-04T13:11:55.735" v="3340" actId="478"/>
          <ac:spMkLst>
            <pc:docMk/>
            <pc:sldMk cId="2478272827" sldId="268"/>
            <ac:spMk id="8" creationId="{A263BD18-48B2-E8AD-444A-5AB4AEE809EC}"/>
          </ac:spMkLst>
        </pc:spChg>
        <pc:spChg chg="add mod">
          <ac:chgData name="VISHAL ROY" userId="e5c49ba7f90d0416" providerId="LiveId" clId="{135F0010-4F93-4F42-AF25-C347FD38F14E}" dt="2026-04-04T20:15:25.898" v="3719" actId="1037"/>
          <ac:spMkLst>
            <pc:docMk/>
            <pc:sldMk cId="2478272827" sldId="268"/>
            <ac:spMk id="8" creationId="{FD07C573-B11F-236B-95BE-36FF23EC9637}"/>
          </ac:spMkLst>
        </pc:spChg>
        <pc:spChg chg="add">
          <ac:chgData name="VISHAL ROY" userId="e5c49ba7f90d0416" providerId="LiveId" clId="{135F0010-4F93-4F42-AF25-C347FD38F14E}" dt="2026-04-04T20:18:50.032" v="3786"/>
          <ac:spMkLst>
            <pc:docMk/>
            <pc:sldMk cId="2478272827" sldId="268"/>
            <ac:spMk id="10" creationId="{E64AC392-649F-0C62-916B-E14068AC6605}"/>
          </ac:spMkLst>
        </pc:spChg>
        <pc:spChg chg="add mod">
          <ac:chgData name="VISHAL ROY" userId="e5c49ba7f90d0416" providerId="LiveId" clId="{135F0010-4F93-4F42-AF25-C347FD38F14E}" dt="2026-04-04T20:58:03.395" v="4139" actId="207"/>
          <ac:spMkLst>
            <pc:docMk/>
            <pc:sldMk cId="2478272827" sldId="268"/>
            <ac:spMk id="11" creationId="{CB129A46-6ED6-D049-1DE5-9FF165A4AB53}"/>
          </ac:spMkLst>
        </pc:spChg>
        <pc:spChg chg="add mod">
          <ac:chgData name="VISHAL ROY" userId="e5c49ba7f90d0416" providerId="LiveId" clId="{135F0010-4F93-4F42-AF25-C347FD38F14E}" dt="2026-04-05T10:27:37.204" v="4861" actId="313"/>
          <ac:spMkLst>
            <pc:docMk/>
            <pc:sldMk cId="2478272827" sldId="268"/>
            <ac:spMk id="15" creationId="{51581468-D5B0-C4F5-D0DC-467D482B9CA9}"/>
          </ac:spMkLst>
        </pc:spChg>
        <pc:spChg chg="add del">
          <ac:chgData name="VISHAL ROY" userId="e5c49ba7f90d0416" providerId="LiveId" clId="{135F0010-4F93-4F42-AF25-C347FD38F14E}" dt="2026-04-04T16:16:41.136" v="3606" actId="22"/>
          <ac:spMkLst>
            <pc:docMk/>
            <pc:sldMk cId="2478272827" sldId="268"/>
            <ac:spMk id="17" creationId="{38084479-2A95-0680-551B-12BC7D306B4C}"/>
          </ac:spMkLst>
        </pc:spChg>
        <pc:spChg chg="add del mod">
          <ac:chgData name="VISHAL ROY" userId="e5c49ba7f90d0416" providerId="LiveId" clId="{135F0010-4F93-4F42-AF25-C347FD38F14E}" dt="2026-04-04T20:24:11.747" v="3834" actId="478"/>
          <ac:spMkLst>
            <pc:docMk/>
            <pc:sldMk cId="2478272827" sldId="268"/>
            <ac:spMk id="17" creationId="{A1A8532A-AF4F-7832-2E68-D5A7D69AAB2F}"/>
          </ac:spMkLst>
        </pc:spChg>
        <pc:spChg chg="add del mod">
          <ac:chgData name="VISHAL ROY" userId="e5c49ba7f90d0416" providerId="LiveId" clId="{135F0010-4F93-4F42-AF25-C347FD38F14E}" dt="2026-04-04T20:49:57.831" v="4044" actId="12084"/>
          <ac:spMkLst>
            <pc:docMk/>
            <pc:sldMk cId="2478272827" sldId="268"/>
            <ac:spMk id="19" creationId="{6F7D0121-57A1-95D6-E234-C59FB613F51E}"/>
          </ac:spMkLst>
        </pc:spChg>
        <pc:spChg chg="add del mod">
          <ac:chgData name="VISHAL ROY" userId="e5c49ba7f90d0416" providerId="LiveId" clId="{135F0010-4F93-4F42-AF25-C347FD38F14E}" dt="2026-04-04T16:17:09.094" v="3613" actId="22"/>
          <ac:spMkLst>
            <pc:docMk/>
            <pc:sldMk cId="2478272827" sldId="268"/>
            <ac:spMk id="19" creationId="{88A0A4E6-1ADF-74AB-71FC-8E10A1C38319}"/>
          </ac:spMkLst>
        </pc:spChg>
        <pc:spChg chg="add mod">
          <ac:chgData name="VISHAL ROY" userId="e5c49ba7f90d0416" providerId="LiveId" clId="{135F0010-4F93-4F42-AF25-C347FD38F14E}" dt="2026-04-04T16:18:56.866" v="3647" actId="20577"/>
          <ac:spMkLst>
            <pc:docMk/>
            <pc:sldMk cId="2478272827" sldId="268"/>
            <ac:spMk id="21" creationId="{67F88D28-AF78-5F56-9999-88EE0FFE54A1}"/>
          </ac:spMkLst>
        </pc:spChg>
        <pc:spChg chg="add mod">
          <ac:chgData name="VISHAL ROY" userId="e5c49ba7f90d0416" providerId="LiveId" clId="{135F0010-4F93-4F42-AF25-C347FD38F14E}" dt="2026-04-04T20:18:24.011" v="3785" actId="1076"/>
          <ac:spMkLst>
            <pc:docMk/>
            <pc:sldMk cId="2478272827" sldId="268"/>
            <ac:spMk id="23" creationId="{B09E9AFB-868D-F87D-8025-67B569FDFA9B}"/>
          </ac:spMkLst>
        </pc:spChg>
        <pc:graphicFrameChg chg="add mod modGraphic">
          <ac:chgData name="VISHAL ROY" userId="e5c49ba7f90d0416" providerId="LiveId" clId="{135F0010-4F93-4F42-AF25-C347FD38F14E}" dt="2026-04-05T10:27:21.762" v="4860"/>
          <ac:graphicFrameMkLst>
            <pc:docMk/>
            <pc:sldMk cId="2478272827" sldId="268"/>
            <ac:graphicFrameMk id="20" creationId="{BCFAC6FB-65D9-69A0-DCE9-BDC2F4F771B0}"/>
          </ac:graphicFrameMkLst>
        </pc:graphicFrameChg>
        <pc:picChg chg="add del mod">
          <ac:chgData name="VISHAL ROY" userId="e5c49ba7f90d0416" providerId="LiveId" clId="{135F0010-4F93-4F42-AF25-C347FD38F14E}" dt="2026-04-04T12:49:25.289" v="3132" actId="478"/>
          <ac:picMkLst>
            <pc:docMk/>
            <pc:sldMk cId="2478272827" sldId="268"/>
            <ac:picMk id="3" creationId="{8FC2A62E-8D03-7009-82C3-54B68C3A52B7}"/>
          </ac:picMkLst>
        </pc:picChg>
        <pc:picChg chg="add del mod">
          <ac:chgData name="VISHAL ROY" userId="e5c49ba7f90d0416" providerId="LiveId" clId="{135F0010-4F93-4F42-AF25-C347FD38F14E}" dt="2026-04-04T13:32:34.890" v="3514" actId="478"/>
          <ac:picMkLst>
            <pc:docMk/>
            <pc:sldMk cId="2478272827" sldId="268"/>
            <ac:picMk id="6" creationId="{B47B0FFE-B6B6-806B-F92A-3909408C6E0F}"/>
          </ac:picMkLst>
        </pc:picChg>
        <pc:picChg chg="add mod">
          <ac:chgData name="VISHAL ROY" userId="e5c49ba7f90d0416" providerId="LiveId" clId="{135F0010-4F93-4F42-AF25-C347FD38F14E}" dt="2026-04-04T20:18:58.009" v="3787" actId="1076"/>
          <ac:picMkLst>
            <pc:docMk/>
            <pc:sldMk cId="2478272827" sldId="268"/>
            <ac:picMk id="9" creationId="{3915FC38-4112-6E51-EFA0-79C29C8E1E7B}"/>
          </ac:picMkLst>
        </pc:picChg>
        <pc:picChg chg="add mod">
          <ac:chgData name="VISHAL ROY" userId="e5c49ba7f90d0416" providerId="LiveId" clId="{135F0010-4F93-4F42-AF25-C347FD38F14E}" dt="2026-04-04T20:15:32.356" v="3733" actId="1035"/>
          <ac:picMkLst>
            <pc:docMk/>
            <pc:sldMk cId="2478272827" sldId="268"/>
            <ac:picMk id="12" creationId="{A2C7DDAE-4A11-1864-9C35-D65D43B4BF6F}"/>
          </ac:picMkLst>
        </pc:picChg>
        <pc:picChg chg="add mod">
          <ac:chgData name="VISHAL ROY" userId="e5c49ba7f90d0416" providerId="LiveId" clId="{135F0010-4F93-4F42-AF25-C347FD38F14E}" dt="2026-04-04T16:16:24.605" v="3604"/>
          <ac:picMkLst>
            <pc:docMk/>
            <pc:sldMk cId="2478272827" sldId="268"/>
            <ac:picMk id="15" creationId="{A292D711-F83D-CE34-77F5-503F34E7587F}"/>
          </ac:picMkLst>
        </pc:picChg>
        <pc:cxnChg chg="add del mod">
          <ac:chgData name="VISHAL ROY" userId="e5c49ba7f90d0416" providerId="LiveId" clId="{135F0010-4F93-4F42-AF25-C347FD38F14E}" dt="2026-04-04T13:11:57.876" v="3341" actId="478"/>
          <ac:cxnSpMkLst>
            <pc:docMk/>
            <pc:sldMk cId="2478272827" sldId="268"/>
            <ac:cxnSpMk id="7" creationId="{3C362ACC-3445-ABA3-D635-DD88174D1131}"/>
          </ac:cxnSpMkLst>
        </pc:cxnChg>
        <pc:cxnChg chg="add mod">
          <ac:chgData name="VISHAL ROY" userId="e5c49ba7f90d0416" providerId="LiveId" clId="{135F0010-4F93-4F42-AF25-C347FD38F14E}" dt="2026-04-04T16:17:18.178" v="3615" actId="13822"/>
          <ac:cxnSpMkLst>
            <pc:docMk/>
            <pc:sldMk cId="2478272827" sldId="268"/>
            <ac:cxnSpMk id="14" creationId="{29B740A5-2206-45FD-FCA6-352BD531E469}"/>
          </ac:cxnSpMkLst>
        </pc:cxnChg>
      </pc:sldChg>
      <pc:sldChg chg="addSp delSp modSp new mod ord">
        <pc:chgData name="VISHAL ROY" userId="e5c49ba7f90d0416" providerId="LiveId" clId="{135F0010-4F93-4F42-AF25-C347FD38F14E}" dt="2026-04-05T10:18:33.922" v="4782" actId="207"/>
        <pc:sldMkLst>
          <pc:docMk/>
          <pc:sldMk cId="3779029696" sldId="269"/>
        </pc:sldMkLst>
        <pc:spChg chg="add mod">
          <ac:chgData name="VISHAL ROY" userId="e5c49ba7f90d0416" providerId="LiveId" clId="{135F0010-4F93-4F42-AF25-C347FD38F14E}" dt="2026-04-04T06:36:16.380" v="619"/>
          <ac:spMkLst>
            <pc:docMk/>
            <pc:sldMk cId="3779029696" sldId="269"/>
            <ac:spMk id="2" creationId="{666CDA46-CB30-5211-C564-A3012FC45811}"/>
          </ac:spMkLst>
        </pc:spChg>
        <pc:spChg chg="add mod">
          <ac:chgData name="VISHAL ROY" userId="e5c49ba7f90d0416" providerId="LiveId" clId="{135F0010-4F93-4F42-AF25-C347FD38F14E}" dt="2026-04-05T10:18:33.922" v="4782" actId="207"/>
          <ac:spMkLst>
            <pc:docMk/>
            <pc:sldMk cId="3779029696" sldId="269"/>
            <ac:spMk id="3" creationId="{E4693C17-6A27-A017-838D-0B75AF070FD5}"/>
          </ac:spMkLst>
        </pc:spChg>
        <pc:spChg chg="add mod">
          <ac:chgData name="VISHAL ROY" userId="e5c49ba7f90d0416" providerId="LiveId" clId="{135F0010-4F93-4F42-AF25-C347FD38F14E}" dt="2026-04-04T06:36:16.380" v="619"/>
          <ac:spMkLst>
            <pc:docMk/>
            <pc:sldMk cId="3779029696" sldId="269"/>
            <ac:spMk id="4" creationId="{CB37658D-7CE7-D817-897E-2F51C7E9B1EB}"/>
          </ac:spMkLst>
        </pc:spChg>
        <pc:spChg chg="add mod">
          <ac:chgData name="VISHAL ROY" userId="e5c49ba7f90d0416" providerId="LiveId" clId="{135F0010-4F93-4F42-AF25-C347FD38F14E}" dt="2026-04-05T10:18:24.018" v="4781" actId="113"/>
          <ac:spMkLst>
            <pc:docMk/>
            <pc:sldMk cId="3779029696" sldId="269"/>
            <ac:spMk id="6" creationId="{533C7A93-B634-DBE6-866C-73099D24F42D}"/>
          </ac:spMkLst>
        </pc:spChg>
        <pc:spChg chg="mod">
          <ac:chgData name="VISHAL ROY" userId="e5c49ba7f90d0416" providerId="LiveId" clId="{135F0010-4F93-4F42-AF25-C347FD38F14E}" dt="2026-04-04T06:36:26.236" v="621" actId="6549"/>
          <ac:spMkLst>
            <pc:docMk/>
            <pc:sldMk cId="3779029696" sldId="269"/>
            <ac:spMk id="7" creationId="{D4D69F4E-8B79-9C63-2917-131A5311F3B1}"/>
          </ac:spMkLst>
        </pc:spChg>
        <pc:spChg chg="mod">
          <ac:chgData name="VISHAL ROY" userId="e5c49ba7f90d0416" providerId="LiveId" clId="{135F0010-4F93-4F42-AF25-C347FD38F14E}" dt="2026-04-04T06:36:16.380" v="619"/>
          <ac:spMkLst>
            <pc:docMk/>
            <pc:sldMk cId="3779029696" sldId="269"/>
            <ac:spMk id="8" creationId="{297404F8-BDC0-6403-AED9-F1407FC6AD79}"/>
          </ac:spMkLst>
        </pc:spChg>
        <pc:spChg chg="mod">
          <ac:chgData name="VISHAL ROY" userId="e5c49ba7f90d0416" providerId="LiveId" clId="{135F0010-4F93-4F42-AF25-C347FD38F14E}" dt="2026-04-04T06:36:16.380" v="619"/>
          <ac:spMkLst>
            <pc:docMk/>
            <pc:sldMk cId="3779029696" sldId="269"/>
            <ac:spMk id="9" creationId="{07303547-35B0-F51E-CC8C-FECE9511F871}"/>
          </ac:spMkLst>
        </pc:spChg>
        <pc:spChg chg="add del mod">
          <ac:chgData name="VISHAL ROY" userId="e5c49ba7f90d0416" providerId="LiveId" clId="{135F0010-4F93-4F42-AF25-C347FD38F14E}" dt="2026-04-04T06:36:28.813" v="624"/>
          <ac:spMkLst>
            <pc:docMk/>
            <pc:sldMk cId="3779029696" sldId="269"/>
            <ac:spMk id="10" creationId="{9DD14FE7-2F56-D3A2-C1D0-0741E89221B6}"/>
          </ac:spMkLst>
        </pc:spChg>
        <pc:spChg chg="add mod">
          <ac:chgData name="VISHAL ROY" userId="e5c49ba7f90d0416" providerId="LiveId" clId="{135F0010-4F93-4F42-AF25-C347FD38F14E}" dt="2026-04-04T06:37:31.614" v="633" actId="13822"/>
          <ac:spMkLst>
            <pc:docMk/>
            <pc:sldMk cId="3779029696" sldId="269"/>
            <ac:spMk id="14" creationId="{86BBDEB4-4FA5-92B7-514D-8433FADAEBC0}"/>
          </ac:spMkLst>
        </pc:spChg>
        <pc:grpChg chg="add del mod">
          <ac:chgData name="VISHAL ROY" userId="e5c49ba7f90d0416" providerId="LiveId" clId="{135F0010-4F93-4F42-AF25-C347FD38F14E}" dt="2026-04-04T06:36:28.812" v="622" actId="478"/>
          <ac:grpSpMkLst>
            <pc:docMk/>
            <pc:sldMk cId="3779029696" sldId="269"/>
            <ac:grpSpMk id="6" creationId="{D3BF9521-04C1-6E1E-7C21-E040D853FA0C}"/>
          </ac:grpSpMkLst>
        </pc:grpChg>
        <pc:cxnChg chg="add mod ord">
          <ac:chgData name="VISHAL ROY" userId="e5c49ba7f90d0416" providerId="LiveId" clId="{135F0010-4F93-4F42-AF25-C347FD38F14E}" dt="2026-04-04T06:37:40.466" v="634" actId="166"/>
          <ac:cxnSpMkLst>
            <pc:docMk/>
            <pc:sldMk cId="3779029696" sldId="269"/>
            <ac:cxnSpMk id="5" creationId="{3AF726A0-1F3A-9FB6-D373-7636A615CC83}"/>
          </ac:cxnSpMkLst>
        </pc:cxnChg>
      </pc:sldChg>
      <pc:sldChg chg="addSp delSp modSp new del mod modShow">
        <pc:chgData name="VISHAL ROY" userId="e5c49ba7f90d0416" providerId="LiveId" clId="{135F0010-4F93-4F42-AF25-C347FD38F14E}" dt="2026-04-04T06:47:07.186" v="758" actId="2696"/>
        <pc:sldMkLst>
          <pc:docMk/>
          <pc:sldMk cId="2984127916" sldId="270"/>
        </pc:sldMkLst>
        <pc:spChg chg="add del mod">
          <ac:chgData name="VISHAL ROY" userId="e5c49ba7f90d0416" providerId="LiveId" clId="{135F0010-4F93-4F42-AF25-C347FD38F14E}" dt="2026-04-04T06:46:31.226" v="754" actId="478"/>
          <ac:spMkLst>
            <pc:docMk/>
            <pc:sldMk cId="2984127916" sldId="270"/>
            <ac:spMk id="2" creationId="{880C0F6F-779F-A3FE-FAE0-FC1563B5B1A7}"/>
          </ac:spMkLst>
        </pc:spChg>
        <pc:spChg chg="add del mod">
          <ac:chgData name="VISHAL ROY" userId="e5c49ba7f90d0416" providerId="LiveId" clId="{135F0010-4F93-4F42-AF25-C347FD38F14E}" dt="2026-04-04T06:42:00.490" v="733" actId="478"/>
          <ac:spMkLst>
            <pc:docMk/>
            <pc:sldMk cId="2984127916" sldId="270"/>
            <ac:spMk id="3" creationId="{BE32011A-83A6-7287-7BF7-31DD2877BE04}"/>
          </ac:spMkLst>
        </pc:spChg>
        <pc:spChg chg="add del mod">
          <ac:chgData name="VISHAL ROY" userId="e5c49ba7f90d0416" providerId="LiveId" clId="{135F0010-4F93-4F42-AF25-C347FD38F14E}" dt="2026-04-04T06:46:31.226" v="754" actId="478"/>
          <ac:spMkLst>
            <pc:docMk/>
            <pc:sldMk cId="2984127916" sldId="270"/>
            <ac:spMk id="4" creationId="{D9641892-5C0F-8BAE-5B09-D74F62E24616}"/>
          </ac:spMkLst>
        </pc:spChg>
        <pc:spChg chg="add del mod">
          <ac:chgData name="VISHAL ROY" userId="e5c49ba7f90d0416" providerId="LiveId" clId="{135F0010-4F93-4F42-AF25-C347FD38F14E}" dt="2026-04-04T06:41:21.556" v="705" actId="478"/>
          <ac:spMkLst>
            <pc:docMk/>
            <pc:sldMk cId="2984127916" sldId="270"/>
            <ac:spMk id="5" creationId="{33645E31-0307-1D10-D8D8-5B6C8FEA68BC}"/>
          </ac:spMkLst>
        </pc:spChg>
        <pc:spChg chg="add del mod">
          <ac:chgData name="VISHAL ROY" userId="e5c49ba7f90d0416" providerId="LiveId" clId="{135F0010-4F93-4F42-AF25-C347FD38F14E}" dt="2026-04-04T06:46:31.226" v="754" actId="478"/>
          <ac:spMkLst>
            <pc:docMk/>
            <pc:sldMk cId="2984127916" sldId="270"/>
            <ac:spMk id="7" creationId="{F49306F6-646E-53CA-F58B-719BE4E9C4F3}"/>
          </ac:spMkLst>
        </pc:spChg>
        <pc:picChg chg="add del mod">
          <ac:chgData name="VISHAL ROY" userId="e5c49ba7f90d0416" providerId="LiveId" clId="{135F0010-4F93-4F42-AF25-C347FD38F14E}" dt="2026-04-04T06:45:28.170" v="749" actId="478"/>
          <ac:picMkLst>
            <pc:docMk/>
            <pc:sldMk cId="2984127916" sldId="270"/>
            <ac:picMk id="8" creationId="{6393116E-16C1-774B-48F3-A793F83A1861}"/>
          </ac:picMkLst>
        </pc:picChg>
        <pc:picChg chg="add del mod">
          <ac:chgData name="VISHAL ROY" userId="e5c49ba7f90d0416" providerId="LiveId" clId="{135F0010-4F93-4F42-AF25-C347FD38F14E}" dt="2026-04-04T06:45:29.788" v="750" actId="478"/>
          <ac:picMkLst>
            <pc:docMk/>
            <pc:sldMk cId="2984127916" sldId="270"/>
            <ac:picMk id="9" creationId="{9E016555-41C8-8FED-7EFA-2CD00A7753C2}"/>
          </ac:picMkLst>
        </pc:picChg>
        <pc:picChg chg="add del mod">
          <ac:chgData name="VISHAL ROY" userId="e5c49ba7f90d0416" providerId="LiveId" clId="{135F0010-4F93-4F42-AF25-C347FD38F14E}" dt="2026-04-04T06:46:31.226" v="754" actId="478"/>
          <ac:picMkLst>
            <pc:docMk/>
            <pc:sldMk cId="2984127916" sldId="270"/>
            <ac:picMk id="10" creationId="{907097CC-1D23-D193-03EE-6759C5258EA9}"/>
          </ac:picMkLst>
        </pc:picChg>
        <pc:cxnChg chg="add del mod">
          <ac:chgData name="VISHAL ROY" userId="e5c49ba7f90d0416" providerId="LiveId" clId="{135F0010-4F93-4F42-AF25-C347FD38F14E}" dt="2026-04-04T06:46:31.226" v="754" actId="478"/>
          <ac:cxnSpMkLst>
            <pc:docMk/>
            <pc:sldMk cId="2984127916" sldId="270"/>
            <ac:cxnSpMk id="6" creationId="{572AE84B-3473-DD5D-0F60-46B6B2044452}"/>
          </ac:cxnSpMkLst>
        </pc:cxnChg>
      </pc:sldChg>
      <pc:sldChg chg="addSp delSp modSp new del mod">
        <pc:chgData name="VISHAL ROY" userId="e5c49ba7f90d0416" providerId="LiveId" clId="{135F0010-4F93-4F42-AF25-C347FD38F14E}" dt="2026-04-04T06:50:06.683" v="802" actId="2696"/>
        <pc:sldMkLst>
          <pc:docMk/>
          <pc:sldMk cId="4139774693" sldId="271"/>
        </pc:sldMkLst>
        <pc:spChg chg="add mod">
          <ac:chgData name="VISHAL ROY" userId="e5c49ba7f90d0416" providerId="LiveId" clId="{135F0010-4F93-4F42-AF25-C347FD38F14E}" dt="2026-04-04T06:45:18.273" v="748"/>
          <ac:spMkLst>
            <pc:docMk/>
            <pc:sldMk cId="4139774693" sldId="271"/>
            <ac:spMk id="2" creationId="{0002BA02-8F08-3C47-7841-D5FA5AF6E0EC}"/>
          </ac:spMkLst>
        </pc:spChg>
        <pc:spChg chg="add mod">
          <ac:chgData name="VISHAL ROY" userId="e5c49ba7f90d0416" providerId="LiveId" clId="{135F0010-4F93-4F42-AF25-C347FD38F14E}" dt="2026-04-04T06:46:44.306" v="755" actId="1076"/>
          <ac:spMkLst>
            <pc:docMk/>
            <pc:sldMk cId="4139774693" sldId="271"/>
            <ac:spMk id="3" creationId="{A22E531F-F719-1093-A0F9-7C8DE1E41B64}"/>
          </ac:spMkLst>
        </pc:spChg>
        <pc:spChg chg="add mod">
          <ac:chgData name="VISHAL ROY" userId="e5c49ba7f90d0416" providerId="LiveId" clId="{135F0010-4F93-4F42-AF25-C347FD38F14E}" dt="2026-04-04T06:45:18.273" v="748"/>
          <ac:spMkLst>
            <pc:docMk/>
            <pc:sldMk cId="4139774693" sldId="271"/>
            <ac:spMk id="5" creationId="{DE38CA68-971A-709B-C31D-6B99658110AF}"/>
          </ac:spMkLst>
        </pc:spChg>
        <pc:picChg chg="add del mod">
          <ac:chgData name="VISHAL ROY" userId="e5c49ba7f90d0416" providerId="LiveId" clId="{135F0010-4F93-4F42-AF25-C347FD38F14E}" dt="2026-04-04T06:47:40.292" v="763" actId="21"/>
          <ac:picMkLst>
            <pc:docMk/>
            <pc:sldMk cId="4139774693" sldId="271"/>
            <ac:picMk id="6" creationId="{B2EE70A7-A11A-8225-D28D-3259C7949350}"/>
          </ac:picMkLst>
        </pc:picChg>
        <pc:picChg chg="add del mod">
          <ac:chgData name="VISHAL ROY" userId="e5c49ba7f90d0416" providerId="LiveId" clId="{135F0010-4F93-4F42-AF25-C347FD38F14E}" dt="2026-04-04T06:47:40.292" v="763" actId="21"/>
          <ac:picMkLst>
            <pc:docMk/>
            <pc:sldMk cId="4139774693" sldId="271"/>
            <ac:picMk id="7" creationId="{0A60132F-F6D9-602A-3CA2-E3F063895183}"/>
          </ac:picMkLst>
        </pc:picChg>
        <pc:picChg chg="add mod">
          <ac:chgData name="VISHAL ROY" userId="e5c49ba7f90d0416" providerId="LiveId" clId="{135F0010-4F93-4F42-AF25-C347FD38F14E}" dt="2026-04-04T06:45:18.273" v="748"/>
          <ac:picMkLst>
            <pc:docMk/>
            <pc:sldMk cId="4139774693" sldId="271"/>
            <ac:picMk id="8" creationId="{82DB53B9-BFDD-B047-3190-7484D0F19AA3}"/>
          </ac:picMkLst>
        </pc:picChg>
        <pc:picChg chg="add del mod">
          <ac:chgData name="VISHAL ROY" userId="e5c49ba7f90d0416" providerId="LiveId" clId="{135F0010-4F93-4F42-AF25-C347FD38F14E}" dt="2026-04-04T06:48:16.093" v="767" actId="21"/>
          <ac:picMkLst>
            <pc:docMk/>
            <pc:sldMk cId="4139774693" sldId="271"/>
            <ac:picMk id="9" creationId="{B2EE70A7-A11A-8225-D28D-3259C7949350}"/>
          </ac:picMkLst>
        </pc:picChg>
        <pc:picChg chg="add del mod">
          <ac:chgData name="VISHAL ROY" userId="e5c49ba7f90d0416" providerId="LiveId" clId="{135F0010-4F93-4F42-AF25-C347FD38F14E}" dt="2026-04-04T06:48:16.093" v="767" actId="21"/>
          <ac:picMkLst>
            <pc:docMk/>
            <pc:sldMk cId="4139774693" sldId="271"/>
            <ac:picMk id="10" creationId="{0A60132F-F6D9-602A-3CA2-E3F063895183}"/>
          </ac:picMkLst>
        </pc:picChg>
        <pc:cxnChg chg="add mod">
          <ac:chgData name="VISHAL ROY" userId="e5c49ba7f90d0416" providerId="LiveId" clId="{135F0010-4F93-4F42-AF25-C347FD38F14E}" dt="2026-04-04T06:47:36.915" v="762" actId="1076"/>
          <ac:cxnSpMkLst>
            <pc:docMk/>
            <pc:sldMk cId="4139774693" sldId="271"/>
            <ac:cxnSpMk id="4" creationId="{CF19A1EF-D0F3-3FAC-ABEA-4CBB3891CE1F}"/>
          </ac:cxnSpMkLst>
        </pc:cxnChg>
      </pc:sldChg>
      <pc:sldChg chg="addSp delSp modSp new mod">
        <pc:chgData name="VISHAL ROY" userId="e5c49ba7f90d0416" providerId="LiveId" clId="{135F0010-4F93-4F42-AF25-C347FD38F14E}" dt="2026-04-04T20:57:36.922" v="4127" actId="207"/>
        <pc:sldMkLst>
          <pc:docMk/>
          <pc:sldMk cId="1010512596" sldId="272"/>
        </pc:sldMkLst>
        <pc:spChg chg="add del mod">
          <ac:chgData name="VISHAL ROY" userId="e5c49ba7f90d0416" providerId="LiveId" clId="{135F0010-4F93-4F42-AF25-C347FD38F14E}" dt="2026-04-04T06:49:47.621" v="797"/>
          <ac:spMkLst>
            <pc:docMk/>
            <pc:sldMk cId="1010512596" sldId="272"/>
            <ac:spMk id="2" creationId="{EEC809C4-752E-E240-CF3A-6DEBC9D69867}"/>
          </ac:spMkLst>
        </pc:spChg>
        <pc:spChg chg="add mod">
          <ac:chgData name="VISHAL ROY" userId="e5c49ba7f90d0416" providerId="LiveId" clId="{135F0010-4F93-4F42-AF25-C347FD38F14E}" dt="2026-04-04T20:57:36.922" v="4127" actId="207"/>
          <ac:spMkLst>
            <pc:docMk/>
            <pc:sldMk cId="1010512596" sldId="272"/>
            <ac:spMk id="5" creationId="{631DC7D5-C4FD-FE61-4090-E4F2CA416A89}"/>
          </ac:spMkLst>
        </pc:spChg>
        <pc:spChg chg="add del mod">
          <ac:chgData name="VISHAL ROY" userId="e5c49ba7f90d0416" providerId="LiveId" clId="{135F0010-4F93-4F42-AF25-C347FD38F14E}" dt="2026-04-04T10:51:48.908" v="1840" actId="478"/>
          <ac:spMkLst>
            <pc:docMk/>
            <pc:sldMk cId="1010512596" sldId="272"/>
            <ac:spMk id="6" creationId="{E9D71DCB-E2E1-AD09-A256-047BC2612CA7}"/>
          </ac:spMkLst>
        </pc:spChg>
        <pc:spChg chg="add del mod">
          <ac:chgData name="VISHAL ROY" userId="e5c49ba7f90d0416" providerId="LiveId" clId="{135F0010-4F93-4F42-AF25-C347FD38F14E}" dt="2026-04-04T06:59:24.063" v="973"/>
          <ac:spMkLst>
            <pc:docMk/>
            <pc:sldMk cId="1010512596" sldId="272"/>
            <ac:spMk id="7" creationId="{71A278B0-1C88-6B00-DE88-A802BC2D4C5A}"/>
          </ac:spMkLst>
        </pc:spChg>
        <pc:spChg chg="add del mod">
          <ac:chgData name="VISHAL ROY" userId="e5c49ba7f90d0416" providerId="LiveId" clId="{135F0010-4F93-4F42-AF25-C347FD38F14E}" dt="2026-04-04T10:39:51.589" v="1750"/>
          <ac:spMkLst>
            <pc:docMk/>
            <pc:sldMk cId="1010512596" sldId="272"/>
            <ac:spMk id="7" creationId="{9793CDF0-2693-16C5-8834-CC04FC5F2BAC}"/>
          </ac:spMkLst>
        </pc:spChg>
        <pc:spChg chg="add del mod">
          <ac:chgData name="VISHAL ROY" userId="e5c49ba7f90d0416" providerId="LiveId" clId="{135F0010-4F93-4F42-AF25-C347FD38F14E}" dt="2026-04-04T10:38:00.712" v="1699"/>
          <ac:spMkLst>
            <pc:docMk/>
            <pc:sldMk cId="1010512596" sldId="272"/>
            <ac:spMk id="9" creationId="{9987D572-8A38-F51D-3F6E-737DED550969}"/>
          </ac:spMkLst>
        </pc:spChg>
        <pc:spChg chg="add del mod">
          <ac:chgData name="VISHAL ROY" userId="e5c49ba7f90d0416" providerId="LiveId" clId="{135F0010-4F93-4F42-AF25-C347FD38F14E}" dt="2026-04-04T10:51:51.132" v="1841" actId="478"/>
          <ac:spMkLst>
            <pc:docMk/>
            <pc:sldMk cId="1010512596" sldId="272"/>
            <ac:spMk id="11" creationId="{1BF220B1-F2AC-3C27-9D81-1241DEA8FB9E}"/>
          </ac:spMkLst>
        </pc:spChg>
        <pc:spChg chg="add del mod">
          <ac:chgData name="VISHAL ROY" userId="e5c49ba7f90d0416" providerId="LiveId" clId="{135F0010-4F93-4F42-AF25-C347FD38F14E}" dt="2026-04-04T10:40:31.665" v="1752" actId="478"/>
          <ac:spMkLst>
            <pc:docMk/>
            <pc:sldMk cId="1010512596" sldId="272"/>
            <ac:spMk id="12" creationId="{7CDF4844-B32D-1F79-F2CC-E1723BE07916}"/>
          </ac:spMkLst>
        </pc:spChg>
        <pc:spChg chg="add del mod">
          <ac:chgData name="VISHAL ROY" userId="e5c49ba7f90d0416" providerId="LiveId" clId="{135F0010-4F93-4F42-AF25-C347FD38F14E}" dt="2026-04-04T07:13:07.054" v="1172" actId="478"/>
          <ac:spMkLst>
            <pc:docMk/>
            <pc:sldMk cId="1010512596" sldId="272"/>
            <ac:spMk id="14" creationId="{CA1B1E89-9B96-DECB-E43D-43AF8F787AA5}"/>
          </ac:spMkLst>
        </pc:spChg>
        <pc:spChg chg="add mod">
          <ac:chgData name="VISHAL ROY" userId="e5c49ba7f90d0416" providerId="LiveId" clId="{135F0010-4F93-4F42-AF25-C347FD38F14E}" dt="2026-04-04T12:49:52.730" v="3151" actId="20577"/>
          <ac:spMkLst>
            <pc:docMk/>
            <pc:sldMk cId="1010512596" sldId="272"/>
            <ac:spMk id="15" creationId="{05A1F37B-AD60-81A8-27EA-66046CE054D2}"/>
          </ac:spMkLst>
        </pc:spChg>
        <pc:spChg chg="add del mod">
          <ac:chgData name="VISHAL ROY" userId="e5c49ba7f90d0416" providerId="LiveId" clId="{135F0010-4F93-4F42-AF25-C347FD38F14E}" dt="2026-04-04T07:39:03.541" v="1436" actId="478"/>
          <ac:spMkLst>
            <pc:docMk/>
            <pc:sldMk cId="1010512596" sldId="272"/>
            <ac:spMk id="15" creationId="{44DEA81A-BA63-2392-8C36-2A7DAAF9EB34}"/>
          </ac:spMkLst>
        </pc:spChg>
        <pc:spChg chg="add">
          <ac:chgData name="VISHAL ROY" userId="e5c49ba7f90d0416" providerId="LiveId" clId="{135F0010-4F93-4F42-AF25-C347FD38F14E}" dt="2026-04-04T10:44:18.626" v="1756"/>
          <ac:spMkLst>
            <pc:docMk/>
            <pc:sldMk cId="1010512596" sldId="272"/>
            <ac:spMk id="16" creationId="{BB44AA2D-6F1B-E83F-3B7E-E7CFCDE10D36}"/>
          </ac:spMkLst>
        </pc:spChg>
        <pc:spChg chg="add mod">
          <ac:chgData name="VISHAL ROY" userId="e5c49ba7f90d0416" providerId="LiveId" clId="{135F0010-4F93-4F42-AF25-C347FD38F14E}" dt="2026-04-04T10:44:25.872" v="1758"/>
          <ac:spMkLst>
            <pc:docMk/>
            <pc:sldMk cId="1010512596" sldId="272"/>
            <ac:spMk id="17" creationId="{2605A7F5-B8D3-E6C7-4BA2-EC44DA57AB19}"/>
          </ac:spMkLst>
        </pc:spChg>
        <pc:spChg chg="add">
          <ac:chgData name="VISHAL ROY" userId="e5c49ba7f90d0416" providerId="LiveId" clId="{135F0010-4F93-4F42-AF25-C347FD38F14E}" dt="2026-04-04T10:44:28.150" v="1759"/>
          <ac:spMkLst>
            <pc:docMk/>
            <pc:sldMk cId="1010512596" sldId="272"/>
            <ac:spMk id="18" creationId="{38FE278F-E72C-64A8-60E1-9B3A40CF454A}"/>
          </ac:spMkLst>
        </pc:spChg>
        <pc:spChg chg="add del mod">
          <ac:chgData name="VISHAL ROY" userId="e5c49ba7f90d0416" providerId="LiveId" clId="{135F0010-4F93-4F42-AF25-C347FD38F14E}" dt="2026-04-04T10:52:22.957" v="1844" actId="478"/>
          <ac:spMkLst>
            <pc:docMk/>
            <pc:sldMk cId="1010512596" sldId="272"/>
            <ac:spMk id="20" creationId="{B0355CA7-6534-6EF3-BAF3-05BAC09298FE}"/>
          </ac:spMkLst>
        </pc:spChg>
        <pc:spChg chg="add mod">
          <ac:chgData name="VISHAL ROY" userId="e5c49ba7f90d0416" providerId="LiveId" clId="{135F0010-4F93-4F42-AF25-C347FD38F14E}" dt="2026-04-04T11:02:14.417" v="2058" actId="404"/>
          <ac:spMkLst>
            <pc:docMk/>
            <pc:sldMk cId="1010512596" sldId="272"/>
            <ac:spMk id="22" creationId="{3F4320A1-B1F9-BF08-7B6C-299C980C1129}"/>
          </ac:spMkLst>
        </pc:spChg>
        <pc:spChg chg="add mod">
          <ac:chgData name="VISHAL ROY" userId="e5c49ba7f90d0416" providerId="LiveId" clId="{135F0010-4F93-4F42-AF25-C347FD38F14E}" dt="2026-04-04T11:00:49.164" v="2043" actId="13822"/>
          <ac:spMkLst>
            <pc:docMk/>
            <pc:sldMk cId="1010512596" sldId="272"/>
            <ac:spMk id="23" creationId="{77EC3310-CFC3-4738-648A-C39DFEF83A7E}"/>
          </ac:spMkLst>
        </pc:spChg>
        <pc:spChg chg="add mod">
          <ac:chgData name="VISHAL ROY" userId="e5c49ba7f90d0416" providerId="LiveId" clId="{135F0010-4F93-4F42-AF25-C347FD38F14E}" dt="2026-04-04T12:26:49.795" v="2973" actId="1035"/>
          <ac:spMkLst>
            <pc:docMk/>
            <pc:sldMk cId="1010512596" sldId="272"/>
            <ac:spMk id="24" creationId="{17CE36E6-6F16-579C-3D53-578B26672DA5}"/>
          </ac:spMkLst>
        </pc:spChg>
        <pc:spChg chg="add mod">
          <ac:chgData name="VISHAL ROY" userId="e5c49ba7f90d0416" providerId="LiveId" clId="{135F0010-4F93-4F42-AF25-C347FD38F14E}" dt="2026-04-04T10:58:00.470" v="1954" actId="1036"/>
          <ac:spMkLst>
            <pc:docMk/>
            <pc:sldMk cId="1010512596" sldId="272"/>
            <ac:spMk id="26" creationId="{D2F2ED68-BD2B-5C52-674B-F324FB1EFBCD}"/>
          </ac:spMkLst>
        </pc:spChg>
        <pc:graphicFrameChg chg="add del mod modGraphic">
          <ac:chgData name="VISHAL ROY" userId="e5c49ba7f90d0416" providerId="LiveId" clId="{135F0010-4F93-4F42-AF25-C347FD38F14E}" dt="2026-04-04T10:39:08.713" v="1721" actId="478"/>
          <ac:graphicFrameMkLst>
            <pc:docMk/>
            <pc:sldMk cId="1010512596" sldId="272"/>
            <ac:graphicFrameMk id="10" creationId="{BE57204B-2BB6-B01B-90E0-12316FAB8448}"/>
          </ac:graphicFrameMkLst>
        </pc:graphicFrameChg>
        <pc:picChg chg="add mod">
          <ac:chgData name="VISHAL ROY" userId="e5c49ba7f90d0416" providerId="LiveId" clId="{135F0010-4F93-4F42-AF25-C347FD38F14E}" dt="2026-04-04T12:26:40.287" v="2960" actId="1035"/>
          <ac:picMkLst>
            <pc:docMk/>
            <pc:sldMk cId="1010512596" sldId="272"/>
            <ac:picMk id="2" creationId="{2C4B5063-6DB8-4B06-65E7-8DA3037BE5A6}"/>
          </ac:picMkLst>
        </pc:picChg>
        <pc:picChg chg="add mod">
          <ac:chgData name="VISHAL ROY" userId="e5c49ba7f90d0416" providerId="LiveId" clId="{135F0010-4F93-4F42-AF25-C347FD38F14E}" dt="2026-04-04T10:58:09.304" v="1972" actId="1035"/>
          <ac:picMkLst>
            <pc:docMk/>
            <pc:sldMk cId="1010512596" sldId="272"/>
            <ac:picMk id="3" creationId="{8A96A7EC-5071-30C8-D9E3-B969B3523083}"/>
          </ac:picMkLst>
        </pc:picChg>
        <pc:picChg chg="add del mod">
          <ac:chgData name="VISHAL ROY" userId="e5c49ba7f90d0416" providerId="LiveId" clId="{135F0010-4F93-4F42-AF25-C347FD38F14E}" dt="2026-04-04T07:38:57.381" v="1432" actId="478"/>
          <ac:picMkLst>
            <pc:docMk/>
            <pc:sldMk cId="1010512596" sldId="272"/>
            <ac:picMk id="9" creationId="{B2EE70A7-A11A-8225-D28D-3259C7949350}"/>
          </ac:picMkLst>
        </pc:picChg>
        <pc:picChg chg="add del mod">
          <ac:chgData name="VISHAL ROY" userId="e5c49ba7f90d0416" providerId="LiveId" clId="{135F0010-4F93-4F42-AF25-C347FD38F14E}" dt="2026-04-04T07:38:58.810" v="1433" actId="478"/>
          <ac:picMkLst>
            <pc:docMk/>
            <pc:sldMk cId="1010512596" sldId="272"/>
            <ac:picMk id="10" creationId="{0A60132F-F6D9-602A-3CA2-E3F063895183}"/>
          </ac:picMkLst>
        </pc:picChg>
        <pc:cxnChg chg="add mod">
          <ac:chgData name="VISHAL ROY" userId="e5c49ba7f90d0416" providerId="LiveId" clId="{135F0010-4F93-4F42-AF25-C347FD38F14E}" dt="2026-04-04T12:26:35.103" v="2948" actId="1036"/>
          <ac:cxnSpMkLst>
            <pc:docMk/>
            <pc:sldMk cId="1010512596" sldId="272"/>
            <ac:cxnSpMk id="4" creationId="{40283210-8F0D-B5C3-BEC3-E8BD2153F2AA}"/>
          </ac:cxnSpMkLst>
        </pc:cxnChg>
        <pc:cxnChg chg="add del mod">
          <ac:chgData name="VISHAL ROY" userId="e5c49ba7f90d0416" providerId="LiveId" clId="{135F0010-4F93-4F42-AF25-C347FD38F14E}" dt="2026-04-04T10:51:53.551" v="1842" actId="478"/>
          <ac:cxnSpMkLst>
            <pc:docMk/>
            <pc:sldMk cId="1010512596" sldId="272"/>
            <ac:cxnSpMk id="13" creationId="{75995D3D-3F00-B42B-5C03-FBA0FAA4B8E2}"/>
          </ac:cxnSpMkLst>
        </pc:cxnChg>
      </pc:sldChg>
      <pc:sldChg chg="delSp add del mod">
        <pc:chgData name="VISHAL ROY" userId="e5c49ba7f90d0416" providerId="LiveId" clId="{135F0010-4F93-4F42-AF25-C347FD38F14E}" dt="2026-04-04T06:50:10.121" v="803" actId="2696"/>
        <pc:sldMkLst>
          <pc:docMk/>
          <pc:sldMk cId="634961190" sldId="273"/>
        </pc:sldMkLst>
        <pc:spChg chg="del">
          <ac:chgData name="VISHAL ROY" userId="e5c49ba7f90d0416" providerId="LiveId" clId="{135F0010-4F93-4F42-AF25-C347FD38F14E}" dt="2026-04-04T06:48:00.388" v="765" actId="21"/>
          <ac:spMkLst>
            <pc:docMk/>
            <pc:sldMk cId="634961190" sldId="273"/>
            <ac:spMk id="5" creationId="{631DC7D5-C4FD-FE61-4090-E4F2CA416A89}"/>
          </ac:spMkLst>
        </pc:spChg>
        <pc:picChg chg="del">
          <ac:chgData name="VISHAL ROY" userId="e5c49ba7f90d0416" providerId="LiveId" clId="{135F0010-4F93-4F42-AF25-C347FD38F14E}" dt="2026-04-04T06:49:51.443" v="798" actId="478"/>
          <ac:picMkLst>
            <pc:docMk/>
            <pc:sldMk cId="634961190" sldId="273"/>
            <ac:picMk id="6" creationId="{EC954329-1A5E-1FF6-FC34-50A9B491239E}"/>
          </ac:picMkLst>
        </pc:picChg>
        <pc:picChg chg="del">
          <ac:chgData name="VISHAL ROY" userId="e5c49ba7f90d0416" providerId="LiveId" clId="{135F0010-4F93-4F42-AF25-C347FD38F14E}" dt="2026-04-04T06:49:53.022" v="799" actId="478"/>
          <ac:picMkLst>
            <pc:docMk/>
            <pc:sldMk cId="634961190" sldId="273"/>
            <ac:picMk id="7" creationId="{AB5E166A-FB88-7B8C-F453-39C2D53A60E5}"/>
          </ac:picMkLst>
        </pc:picChg>
        <pc:picChg chg="del">
          <ac:chgData name="VISHAL ROY" userId="e5c49ba7f90d0416" providerId="LiveId" clId="{135F0010-4F93-4F42-AF25-C347FD38F14E}" dt="2026-04-04T06:49:55.982" v="800" actId="21"/>
          <ac:picMkLst>
            <pc:docMk/>
            <pc:sldMk cId="634961190" sldId="273"/>
            <ac:picMk id="8" creationId="{C58071A3-6E3C-D318-9A22-777DE9FF7E6C}"/>
          </ac:picMkLst>
        </pc:picChg>
        <pc:cxnChg chg="del">
          <ac:chgData name="VISHAL ROY" userId="e5c49ba7f90d0416" providerId="LiveId" clId="{135F0010-4F93-4F42-AF25-C347FD38F14E}" dt="2026-04-04T06:48:00.388" v="765" actId="21"/>
          <ac:cxnSpMkLst>
            <pc:docMk/>
            <pc:sldMk cId="634961190" sldId="273"/>
            <ac:cxnSpMk id="4" creationId="{40283210-8F0D-B5C3-BEC3-E8BD2153F2AA}"/>
          </ac:cxnSpMkLst>
        </pc:cxnChg>
      </pc:sldChg>
      <pc:sldChg chg="new del">
        <pc:chgData name="VISHAL ROY" userId="e5c49ba7f90d0416" providerId="LiveId" clId="{135F0010-4F93-4F42-AF25-C347FD38F14E}" dt="2026-04-04T07:17:47.880" v="1211" actId="680"/>
        <pc:sldMkLst>
          <pc:docMk/>
          <pc:sldMk cId="1484258531" sldId="273"/>
        </pc:sldMkLst>
      </pc:sldChg>
      <pc:sldChg chg="addSp delSp modSp new del mod">
        <pc:chgData name="VISHAL ROY" userId="e5c49ba7f90d0416" providerId="LiveId" clId="{135F0010-4F93-4F42-AF25-C347FD38F14E}" dt="2026-04-04T07:38:29.145" v="1431" actId="2696"/>
        <pc:sldMkLst>
          <pc:docMk/>
          <pc:sldMk cId="3268987103" sldId="273"/>
        </pc:sldMkLst>
        <pc:spChg chg="add del mod">
          <ac:chgData name="VISHAL ROY" userId="e5c49ba7f90d0416" providerId="LiveId" clId="{135F0010-4F93-4F42-AF25-C347FD38F14E}" dt="2026-04-04T07:37:48.253" v="1428" actId="21"/>
          <ac:spMkLst>
            <pc:docMk/>
            <pc:sldMk cId="3268987103" sldId="273"/>
            <ac:spMk id="4" creationId="{87ADF726-54F9-630D-7F9E-4C96DF4DD19D}"/>
          </ac:spMkLst>
        </pc:spChg>
        <pc:spChg chg="add mod">
          <ac:chgData name="VISHAL ROY" userId="e5c49ba7f90d0416" providerId="LiveId" clId="{135F0010-4F93-4F42-AF25-C347FD38F14E}" dt="2026-04-04T07:22:03.179" v="1237" actId="1076"/>
          <ac:spMkLst>
            <pc:docMk/>
            <pc:sldMk cId="3268987103" sldId="273"/>
            <ac:spMk id="6" creationId="{5F2D7953-0344-BEE5-EE57-9E2F58320F1F}"/>
          </ac:spMkLst>
        </pc:spChg>
        <pc:graphicFrameChg chg="add del mod modGraphic">
          <ac:chgData name="VISHAL ROY" userId="e5c49ba7f90d0416" providerId="LiveId" clId="{135F0010-4F93-4F42-AF25-C347FD38F14E}" dt="2026-04-04T07:37:48.253" v="1428" actId="21"/>
          <ac:graphicFrameMkLst>
            <pc:docMk/>
            <pc:sldMk cId="3268987103" sldId="273"/>
            <ac:graphicFrameMk id="2" creationId="{F485DE42-CD69-2510-EC9A-08D754874A92}"/>
          </ac:graphicFrameMkLst>
        </pc:graphicFrameChg>
      </pc:sldChg>
      <pc:sldChg chg="new del">
        <pc:chgData name="VISHAL ROY" userId="e5c49ba7f90d0416" providerId="LiveId" clId="{135F0010-4F93-4F42-AF25-C347FD38F14E}" dt="2026-04-04T07:17:56.048" v="1213" actId="680"/>
        <pc:sldMkLst>
          <pc:docMk/>
          <pc:sldMk cId="3336697498" sldId="273"/>
        </pc:sldMkLst>
      </pc:sldChg>
      <pc:sldChg chg="new del">
        <pc:chgData name="VISHAL ROY" userId="e5c49ba7f90d0416" providerId="LiveId" clId="{135F0010-4F93-4F42-AF25-C347FD38F14E}" dt="2026-04-04T06:50:13.197" v="804" actId="2696"/>
        <pc:sldMkLst>
          <pc:docMk/>
          <pc:sldMk cId="907895753" sldId="274"/>
        </pc:sldMkLst>
      </pc:sldChg>
      <pc:sldChg chg="addSp delSp modSp new mod">
        <pc:chgData name="VISHAL ROY" userId="e5c49ba7f90d0416" providerId="LiveId" clId="{135F0010-4F93-4F42-AF25-C347FD38F14E}" dt="2026-04-05T07:45:51.301" v="4605" actId="207"/>
        <pc:sldMkLst>
          <pc:docMk/>
          <pc:sldMk cId="1493899128" sldId="274"/>
        </pc:sldMkLst>
        <pc:spChg chg="add mod">
          <ac:chgData name="VISHAL ROY" userId="e5c49ba7f90d0416" providerId="LiveId" clId="{135F0010-4F93-4F42-AF25-C347FD38F14E}" dt="2026-04-05T07:45:51.301" v="4605" actId="207"/>
          <ac:spMkLst>
            <pc:docMk/>
            <pc:sldMk cId="1493899128" sldId="274"/>
            <ac:spMk id="3" creationId="{F470A9F2-3F95-6366-24D1-1ED65ACC2185}"/>
          </ac:spMkLst>
        </pc:spChg>
        <pc:spChg chg="add del mod">
          <ac:chgData name="VISHAL ROY" userId="e5c49ba7f90d0416" providerId="LiveId" clId="{135F0010-4F93-4F42-AF25-C347FD38F14E}" dt="2026-04-04T07:28:47.292" v="1273" actId="478"/>
          <ac:spMkLst>
            <pc:docMk/>
            <pc:sldMk cId="1493899128" sldId="274"/>
            <ac:spMk id="6" creationId="{22DC91DB-2108-6D8B-B998-D5E76E833D37}"/>
          </ac:spMkLst>
        </pc:spChg>
        <pc:spChg chg="add del mod">
          <ac:chgData name="VISHAL ROY" userId="e5c49ba7f90d0416" providerId="LiveId" clId="{135F0010-4F93-4F42-AF25-C347FD38F14E}" dt="2026-04-04T07:30:20.785" v="1282" actId="478"/>
          <ac:spMkLst>
            <pc:docMk/>
            <pc:sldMk cId="1493899128" sldId="274"/>
            <ac:spMk id="7" creationId="{D5CAC822-5540-2766-7CFB-8D4511E78944}"/>
          </ac:spMkLst>
        </pc:spChg>
        <pc:spChg chg="add del mod">
          <ac:chgData name="VISHAL ROY" userId="e5c49ba7f90d0416" providerId="LiveId" clId="{135F0010-4F93-4F42-AF25-C347FD38F14E}" dt="2026-04-04T07:28:49.545" v="1274" actId="478"/>
          <ac:spMkLst>
            <pc:docMk/>
            <pc:sldMk cId="1493899128" sldId="274"/>
            <ac:spMk id="9" creationId="{63C6D6D5-11A4-84C8-5C73-041C87E8C8A1}"/>
          </ac:spMkLst>
        </pc:spChg>
        <pc:spChg chg="add del mod">
          <ac:chgData name="VISHAL ROY" userId="e5c49ba7f90d0416" providerId="LiveId" clId="{135F0010-4F93-4F42-AF25-C347FD38F14E}" dt="2026-04-04T07:29:19.609" v="1280" actId="478"/>
          <ac:spMkLst>
            <pc:docMk/>
            <pc:sldMk cId="1493899128" sldId="274"/>
            <ac:spMk id="10" creationId="{BE84C272-E0E7-D5C6-D496-72F4C0EE7D13}"/>
          </ac:spMkLst>
        </pc:spChg>
        <pc:spChg chg="add mod">
          <ac:chgData name="VISHAL ROY" userId="e5c49ba7f90d0416" providerId="LiveId" clId="{135F0010-4F93-4F42-AF25-C347FD38F14E}" dt="2026-04-04T07:36:44.368" v="1426" actId="113"/>
          <ac:spMkLst>
            <pc:docMk/>
            <pc:sldMk cId="1493899128" sldId="274"/>
            <ac:spMk id="15" creationId="{75688BB4-36A3-3175-EBC6-8F00B203CC86}"/>
          </ac:spMkLst>
        </pc:spChg>
        <pc:spChg chg="add mod">
          <ac:chgData name="VISHAL ROY" userId="e5c49ba7f90d0416" providerId="LiveId" clId="{135F0010-4F93-4F42-AF25-C347FD38F14E}" dt="2026-04-04T07:34:33.349" v="1390" actId="21"/>
          <ac:spMkLst>
            <pc:docMk/>
            <pc:sldMk cId="1493899128" sldId="274"/>
            <ac:spMk id="17" creationId="{B2E5AE0F-B123-F733-5FB3-A33E034E3BB4}"/>
          </ac:spMkLst>
        </pc:spChg>
        <pc:spChg chg="add mod">
          <ac:chgData name="VISHAL ROY" userId="e5c49ba7f90d0416" providerId="LiveId" clId="{135F0010-4F93-4F42-AF25-C347FD38F14E}" dt="2026-04-04T07:33:30.806" v="1380" actId="1076"/>
          <ac:spMkLst>
            <pc:docMk/>
            <pc:sldMk cId="1493899128" sldId="274"/>
            <ac:spMk id="18" creationId="{49F59DDF-72E9-E181-E20C-3BD79FE3EB41}"/>
          </ac:spMkLst>
        </pc:spChg>
        <pc:spChg chg="add mod">
          <ac:chgData name="VISHAL ROY" userId="e5c49ba7f90d0416" providerId="LiveId" clId="{135F0010-4F93-4F42-AF25-C347FD38F14E}" dt="2026-04-04T07:35:15.183" v="1396" actId="1076"/>
          <ac:spMkLst>
            <pc:docMk/>
            <pc:sldMk cId="1493899128" sldId="274"/>
            <ac:spMk id="20" creationId="{C69B07D2-4F77-3F9F-D33E-4ED15F686818}"/>
          </ac:spMkLst>
        </pc:spChg>
        <pc:spChg chg="add mod">
          <ac:chgData name="VISHAL ROY" userId="e5c49ba7f90d0416" providerId="LiveId" clId="{135F0010-4F93-4F42-AF25-C347FD38F14E}" dt="2026-04-04T16:07:25.407" v="3577" actId="20577"/>
          <ac:spMkLst>
            <pc:docMk/>
            <pc:sldMk cId="1493899128" sldId="274"/>
            <ac:spMk id="22" creationId="{C5DA5C7B-C5C7-D11C-3C75-203B5609407A}"/>
          </ac:spMkLst>
        </pc:spChg>
        <pc:picChg chg="add del mod">
          <ac:chgData name="VISHAL ROY" userId="e5c49ba7f90d0416" providerId="LiveId" clId="{135F0010-4F93-4F42-AF25-C347FD38F14E}" dt="2026-04-04T07:28:52.012" v="1275" actId="478"/>
          <ac:picMkLst>
            <pc:docMk/>
            <pc:sldMk cId="1493899128" sldId="274"/>
            <ac:picMk id="4" creationId="{179D129B-1030-7595-378F-BD35F6085971}"/>
          </ac:picMkLst>
        </pc:picChg>
        <pc:picChg chg="add del mod">
          <ac:chgData name="VISHAL ROY" userId="e5c49ba7f90d0416" providerId="LiveId" clId="{135F0010-4F93-4F42-AF25-C347FD38F14E}" dt="2026-04-04T07:28:49.545" v="1274" actId="478"/>
          <ac:picMkLst>
            <pc:docMk/>
            <pc:sldMk cId="1493899128" sldId="274"/>
            <ac:picMk id="5" creationId="{781C357F-B0AF-5143-88A2-70B6A545DED4}"/>
          </ac:picMkLst>
        </pc:picChg>
        <pc:picChg chg="add del mod">
          <ac:chgData name="VISHAL ROY" userId="e5c49ba7f90d0416" providerId="LiveId" clId="{135F0010-4F93-4F42-AF25-C347FD38F14E}" dt="2026-04-04T07:29:17.156" v="1279" actId="478"/>
          <ac:picMkLst>
            <pc:docMk/>
            <pc:sldMk cId="1493899128" sldId="274"/>
            <ac:picMk id="11" creationId="{86F473D6-BACD-32FC-F1F7-54C6CCD0644D}"/>
          </ac:picMkLst>
        </pc:picChg>
        <pc:picChg chg="add del mod">
          <ac:chgData name="VISHAL ROY" userId="e5c49ba7f90d0416" providerId="LiveId" clId="{135F0010-4F93-4F42-AF25-C347FD38F14E}" dt="2026-04-04T07:29:17.156" v="1279" actId="478"/>
          <ac:picMkLst>
            <pc:docMk/>
            <pc:sldMk cId="1493899128" sldId="274"/>
            <ac:picMk id="12" creationId="{3FC734F8-C3AF-15E7-0266-5DE9EDD9641F}"/>
          </ac:picMkLst>
        </pc:picChg>
        <pc:picChg chg="add del mod">
          <ac:chgData name="VISHAL ROY" userId="e5c49ba7f90d0416" providerId="LiveId" clId="{135F0010-4F93-4F42-AF25-C347FD38F14E}" dt="2026-04-04T07:29:17.156" v="1279" actId="478"/>
          <ac:picMkLst>
            <pc:docMk/>
            <pc:sldMk cId="1493899128" sldId="274"/>
            <ac:picMk id="13" creationId="{ABA4A2A6-F0AF-2666-535A-0CB7B6865B5C}"/>
          </ac:picMkLst>
        </pc:picChg>
        <pc:cxnChg chg="add mod">
          <ac:chgData name="VISHAL ROY" userId="e5c49ba7f90d0416" providerId="LiveId" clId="{135F0010-4F93-4F42-AF25-C347FD38F14E}" dt="2026-04-04T07:28:34.599" v="1270"/>
          <ac:cxnSpMkLst>
            <pc:docMk/>
            <pc:sldMk cId="1493899128" sldId="274"/>
            <ac:cxnSpMk id="2" creationId="{AB33D257-7D39-1C6C-2664-C95650605C57}"/>
          </ac:cxnSpMkLst>
        </pc:cxnChg>
        <pc:cxnChg chg="add del mod">
          <ac:chgData name="VISHAL ROY" userId="e5c49ba7f90d0416" providerId="LiveId" clId="{135F0010-4F93-4F42-AF25-C347FD38F14E}" dt="2026-04-04T07:28:39.299" v="1271" actId="478"/>
          <ac:cxnSpMkLst>
            <pc:docMk/>
            <pc:sldMk cId="1493899128" sldId="274"/>
            <ac:cxnSpMk id="8" creationId="{9354E0C4-E624-033D-8737-07FF4E67F120}"/>
          </ac:cxnSpMkLst>
        </pc:cxnChg>
      </pc:sldChg>
      <pc:sldChg chg="addSp delSp modSp new mod">
        <pc:chgData name="VISHAL ROY" userId="e5c49ba7f90d0416" providerId="LiveId" clId="{135F0010-4F93-4F42-AF25-C347FD38F14E}" dt="2026-04-05T10:21:32.703" v="4811" actId="1076"/>
        <pc:sldMkLst>
          <pc:docMk/>
          <pc:sldMk cId="3836639092" sldId="275"/>
        </pc:sldMkLst>
        <pc:spChg chg="add del mod">
          <ac:chgData name="VISHAL ROY" userId="e5c49ba7f90d0416" providerId="LiveId" clId="{135F0010-4F93-4F42-AF25-C347FD38F14E}" dt="2026-04-04T11:10:19.356" v="2120" actId="21"/>
          <ac:spMkLst>
            <pc:docMk/>
            <pc:sldMk cId="3836639092" sldId="275"/>
            <ac:spMk id="4" creationId="{87ADF726-54F9-630D-7F9E-4C96DF4DD19D}"/>
          </ac:spMkLst>
        </pc:spChg>
        <pc:spChg chg="add del mod">
          <ac:chgData name="VISHAL ROY" userId="e5c49ba7f90d0416" providerId="LiveId" clId="{135F0010-4F93-4F42-AF25-C347FD38F14E}" dt="2026-04-04T12:51:20.015" v="3161" actId="478"/>
          <ac:spMkLst>
            <pc:docMk/>
            <pc:sldMk cId="3836639092" sldId="275"/>
            <ac:spMk id="7" creationId="{221746DE-6FA0-C3D0-D58C-58C3B22A0230}"/>
          </ac:spMkLst>
        </pc:spChg>
        <pc:spChg chg="add del mod">
          <ac:chgData name="VISHAL ROY" userId="e5c49ba7f90d0416" providerId="LiveId" clId="{135F0010-4F93-4F42-AF25-C347FD38F14E}" dt="2026-04-04T11:42:37.317" v="2479" actId="478"/>
          <ac:spMkLst>
            <pc:docMk/>
            <pc:sldMk cId="3836639092" sldId="275"/>
            <ac:spMk id="15" creationId="{87ADF726-54F9-630D-7F9E-4C96DF4DD19D}"/>
          </ac:spMkLst>
        </pc:spChg>
        <pc:spChg chg="add mod">
          <ac:chgData name="VISHAL ROY" userId="e5c49ba7f90d0416" providerId="LiveId" clId="{135F0010-4F93-4F42-AF25-C347FD38F14E}" dt="2026-04-04T20:57:45.268" v="4131" actId="207"/>
          <ac:spMkLst>
            <pc:docMk/>
            <pc:sldMk cId="3836639092" sldId="275"/>
            <ac:spMk id="23" creationId="{D45EAD6B-F231-A9FF-FB57-D633F030C3D1}"/>
          </ac:spMkLst>
        </pc:spChg>
        <pc:spChg chg="add del mod">
          <ac:chgData name="VISHAL ROY" userId="e5c49ba7f90d0416" providerId="LiveId" clId="{135F0010-4F93-4F42-AF25-C347FD38F14E}" dt="2026-04-04T13:02:08.260" v="3240" actId="478"/>
          <ac:spMkLst>
            <pc:docMk/>
            <pc:sldMk cId="3836639092" sldId="275"/>
            <ac:spMk id="25" creationId="{844BE75D-DC85-43B8-AC49-2E53BA5D2524}"/>
          </ac:spMkLst>
        </pc:spChg>
        <pc:spChg chg="add mod">
          <ac:chgData name="VISHAL ROY" userId="e5c49ba7f90d0416" providerId="LiveId" clId="{135F0010-4F93-4F42-AF25-C347FD38F14E}" dt="2026-04-05T10:21:20.851" v="4810" actId="403"/>
          <ac:spMkLst>
            <pc:docMk/>
            <pc:sldMk cId="3836639092" sldId="275"/>
            <ac:spMk id="27" creationId="{2C3B51ED-8AEB-AFFD-E48C-23518EB7DF29}"/>
          </ac:spMkLst>
        </pc:spChg>
        <pc:spChg chg="add mod">
          <ac:chgData name="VISHAL ROY" userId="e5c49ba7f90d0416" providerId="LiveId" clId="{135F0010-4F93-4F42-AF25-C347FD38F14E}" dt="2026-04-05T10:21:32.703" v="4811" actId="1076"/>
          <ac:spMkLst>
            <pc:docMk/>
            <pc:sldMk cId="3836639092" sldId="275"/>
            <ac:spMk id="29" creationId="{4766AFA9-FB89-CDC4-F986-B33E79B9009F}"/>
          </ac:spMkLst>
        </pc:spChg>
        <pc:graphicFrameChg chg="add del mod">
          <ac:chgData name="VISHAL ROY" userId="e5c49ba7f90d0416" providerId="LiveId" clId="{135F0010-4F93-4F42-AF25-C347FD38F14E}" dt="2026-04-04T10:36:43.438" v="1687" actId="478"/>
          <ac:graphicFrameMkLst>
            <pc:docMk/>
            <pc:sldMk cId="3836639092" sldId="275"/>
            <ac:graphicFrameMk id="2" creationId="{F485DE42-CD69-2510-EC9A-08D754874A92}"/>
          </ac:graphicFrameMkLst>
        </pc:graphicFrameChg>
        <pc:graphicFrameChg chg="add del mod modGraphic">
          <ac:chgData name="VISHAL ROY" userId="e5c49ba7f90d0416" providerId="LiveId" clId="{135F0010-4F93-4F42-AF25-C347FD38F14E}" dt="2026-04-04T11:06:16.601" v="2088" actId="478"/>
          <ac:graphicFrameMkLst>
            <pc:docMk/>
            <pc:sldMk cId="3836639092" sldId="275"/>
            <ac:graphicFrameMk id="3" creationId="{D393B115-E1E4-2E7F-6983-64D7BD5CE921}"/>
          </ac:graphicFrameMkLst>
        </pc:graphicFrameChg>
        <pc:graphicFrameChg chg="add del mod modGraphic">
          <ac:chgData name="VISHAL ROY" userId="e5c49ba7f90d0416" providerId="LiveId" clId="{135F0010-4F93-4F42-AF25-C347FD38F14E}" dt="2026-04-04T11:10:19.356" v="2120" actId="21"/>
          <ac:graphicFrameMkLst>
            <pc:docMk/>
            <pc:sldMk cId="3836639092" sldId="275"/>
            <ac:graphicFrameMk id="5" creationId="{F9472C14-F3A4-1F37-D914-C3793CB047E8}"/>
          </ac:graphicFrameMkLst>
        </pc:graphicFrameChg>
        <pc:graphicFrameChg chg="add del mod modGraphic">
          <ac:chgData name="VISHAL ROY" userId="e5c49ba7f90d0416" providerId="LiveId" clId="{135F0010-4F93-4F42-AF25-C347FD38F14E}" dt="2026-04-04T11:42:37.317" v="2479" actId="478"/>
          <ac:graphicFrameMkLst>
            <pc:docMk/>
            <pc:sldMk cId="3836639092" sldId="275"/>
            <ac:graphicFrameMk id="16" creationId="{F9472C14-F3A4-1F37-D914-C3793CB047E8}"/>
          </ac:graphicFrameMkLst>
        </pc:graphicFrameChg>
        <pc:picChg chg="add mod">
          <ac:chgData name="VISHAL ROY" userId="e5c49ba7f90d0416" providerId="LiveId" clId="{135F0010-4F93-4F42-AF25-C347FD38F14E}" dt="2026-04-04T13:01:03.865" v="3236" actId="1076"/>
          <ac:picMkLst>
            <pc:docMk/>
            <pc:sldMk cId="3836639092" sldId="275"/>
            <ac:picMk id="8" creationId="{F4B22EE2-8951-DD9E-845F-E28306B249A1}"/>
          </ac:picMkLst>
        </pc:picChg>
        <pc:picChg chg="add mod">
          <ac:chgData name="VISHAL ROY" userId="e5c49ba7f90d0416" providerId="LiveId" clId="{135F0010-4F93-4F42-AF25-C347FD38F14E}" dt="2026-04-05T10:18:59.758" v="4785" actId="1076"/>
          <ac:picMkLst>
            <pc:docMk/>
            <pc:sldMk cId="3836639092" sldId="275"/>
            <ac:picMk id="9" creationId="{B5798517-0956-7463-BE6B-889C1E896FDC}"/>
          </ac:picMkLst>
        </pc:picChg>
        <pc:picChg chg="add mod modCrop">
          <ac:chgData name="VISHAL ROY" userId="e5c49ba7f90d0416" providerId="LiveId" clId="{135F0010-4F93-4F42-AF25-C347FD38F14E}" dt="2026-04-05T10:19:33.932" v="4796" actId="1035"/>
          <ac:picMkLst>
            <pc:docMk/>
            <pc:sldMk cId="3836639092" sldId="275"/>
            <ac:picMk id="12" creationId="{DFEBCD1A-B98F-AB2E-4CD4-871E49C26737}"/>
          </ac:picMkLst>
        </pc:picChg>
        <pc:cxnChg chg="add del mod">
          <ac:chgData name="VISHAL ROY" userId="e5c49ba7f90d0416" providerId="LiveId" clId="{135F0010-4F93-4F42-AF25-C347FD38F14E}" dt="2026-04-04T12:51:09.457" v="3157" actId="478"/>
          <ac:cxnSpMkLst>
            <pc:docMk/>
            <pc:sldMk cId="3836639092" sldId="275"/>
            <ac:cxnSpMk id="6" creationId="{464455FF-4C15-5308-074D-951EF3295E36}"/>
          </ac:cxnSpMkLst>
        </pc:cxnChg>
        <pc:cxnChg chg="add del">
          <ac:chgData name="VISHAL ROY" userId="e5c49ba7f90d0416" providerId="LiveId" clId="{135F0010-4F93-4F42-AF25-C347FD38F14E}" dt="2026-04-04T11:59:53.492" v="2661" actId="478"/>
          <ac:cxnSpMkLst>
            <pc:docMk/>
            <pc:sldMk cId="3836639092" sldId="275"/>
            <ac:cxnSpMk id="11" creationId="{5D563B5B-D03E-8EBE-EF17-EAF5CE924BBC}"/>
          </ac:cxnSpMkLst>
        </pc:cxnChg>
        <pc:cxnChg chg="add del mod">
          <ac:chgData name="VISHAL ROY" userId="e5c49ba7f90d0416" providerId="LiveId" clId="{135F0010-4F93-4F42-AF25-C347FD38F14E}" dt="2026-04-04T12:01:54.324" v="2690" actId="478"/>
          <ac:cxnSpMkLst>
            <pc:docMk/>
            <pc:sldMk cId="3836639092" sldId="275"/>
            <ac:cxnSpMk id="14" creationId="{E880114F-D2A1-7C1F-B370-3852298C0B8F}"/>
          </ac:cxnSpMkLst>
        </pc:cxnChg>
        <pc:cxnChg chg="add mod">
          <ac:chgData name="VISHAL ROY" userId="e5c49ba7f90d0416" providerId="LiveId" clId="{135F0010-4F93-4F42-AF25-C347FD38F14E}" dt="2026-04-04T12:01:25.139" v="2687" actId="1037"/>
          <ac:cxnSpMkLst>
            <pc:docMk/>
            <pc:sldMk cId="3836639092" sldId="275"/>
            <ac:cxnSpMk id="19" creationId="{B271FC1A-32A0-B951-737B-F8505CD6EA56}"/>
          </ac:cxnSpMkLst>
        </pc:cxnChg>
        <pc:cxnChg chg="add mod">
          <ac:chgData name="VISHAL ROY" userId="e5c49ba7f90d0416" providerId="LiveId" clId="{135F0010-4F93-4F42-AF25-C347FD38F14E}" dt="2026-04-04T12:02:05.199" v="2692" actId="1076"/>
          <ac:cxnSpMkLst>
            <pc:docMk/>
            <pc:sldMk cId="3836639092" sldId="275"/>
            <ac:cxnSpMk id="21" creationId="{823B6597-F102-B40B-9FBF-F092A2F5BA8D}"/>
          </ac:cxnSpMkLst>
        </pc:cxnChg>
        <pc:cxnChg chg="add mod">
          <ac:chgData name="VISHAL ROY" userId="e5c49ba7f90d0416" providerId="LiveId" clId="{135F0010-4F93-4F42-AF25-C347FD38F14E}" dt="2026-04-04T12:51:10.209" v="3158"/>
          <ac:cxnSpMkLst>
            <pc:docMk/>
            <pc:sldMk cId="3836639092" sldId="275"/>
            <ac:cxnSpMk id="22" creationId="{2F415AFB-7381-5203-A345-B97D74D38C3E}"/>
          </ac:cxnSpMkLst>
        </pc:cxnChg>
      </pc:sldChg>
      <pc:sldChg chg="addSp delSp modSp new mod">
        <pc:chgData name="VISHAL ROY" userId="e5c49ba7f90d0416" providerId="LiveId" clId="{135F0010-4F93-4F42-AF25-C347FD38F14E}" dt="2026-04-04T16:17:27.021" v="3617" actId="1076"/>
        <pc:sldMkLst>
          <pc:docMk/>
          <pc:sldMk cId="1155889351" sldId="276"/>
        </pc:sldMkLst>
        <pc:spChg chg="add del mod">
          <ac:chgData name="VISHAL ROY" userId="e5c49ba7f90d0416" providerId="LiveId" clId="{135F0010-4F93-4F42-AF25-C347FD38F14E}" dt="2026-04-04T10:58:44.813" v="1975" actId="478"/>
          <ac:spMkLst>
            <pc:docMk/>
            <pc:sldMk cId="1155889351" sldId="276"/>
            <ac:spMk id="3" creationId="{7ACFB651-E226-DDC3-56D5-58EE0674AFEB}"/>
          </ac:spMkLst>
        </pc:spChg>
        <pc:spChg chg="add mod">
          <ac:chgData name="VISHAL ROY" userId="e5c49ba7f90d0416" providerId="LiveId" clId="{135F0010-4F93-4F42-AF25-C347FD38F14E}" dt="2026-04-04T11:25:40.085" v="2299" actId="14100"/>
          <ac:spMkLst>
            <pc:docMk/>
            <pc:sldMk cId="1155889351" sldId="276"/>
            <ac:spMk id="4" creationId="{4FDBF59A-3F88-4297-CD5E-AAF2C5B7853C}"/>
          </ac:spMkLst>
        </pc:spChg>
        <pc:spChg chg="add mod">
          <ac:chgData name="VISHAL ROY" userId="e5c49ba7f90d0416" providerId="LiveId" clId="{135F0010-4F93-4F42-AF25-C347FD38F14E}" dt="2026-04-04T11:18:01.564" v="2234" actId="14100"/>
          <ac:spMkLst>
            <pc:docMk/>
            <pc:sldMk cId="1155889351" sldId="276"/>
            <ac:spMk id="5" creationId="{3F7ABC11-6AA4-9732-E72C-1DAACD5F6519}"/>
          </ac:spMkLst>
        </pc:spChg>
        <pc:spChg chg="add del mod">
          <ac:chgData name="VISHAL ROY" userId="e5c49ba7f90d0416" providerId="LiveId" clId="{135F0010-4F93-4F42-AF25-C347FD38F14E}" dt="2026-04-04T10:58:50.529" v="1976" actId="478"/>
          <ac:spMkLst>
            <pc:docMk/>
            <pc:sldMk cId="1155889351" sldId="276"/>
            <ac:spMk id="9" creationId="{6DD89D41-3C3E-884B-7BE6-3DF359B5E501}"/>
          </ac:spMkLst>
        </pc:spChg>
        <pc:spChg chg="add del mod">
          <ac:chgData name="VISHAL ROY" userId="e5c49ba7f90d0416" providerId="LiveId" clId="{135F0010-4F93-4F42-AF25-C347FD38F14E}" dt="2026-04-04T10:58:50.529" v="1976" actId="478"/>
          <ac:spMkLst>
            <pc:docMk/>
            <pc:sldMk cId="1155889351" sldId="276"/>
            <ac:spMk id="10" creationId="{E7A2FE4F-551B-C1C6-15D3-9C1E1B6C933C}"/>
          </ac:spMkLst>
        </pc:spChg>
        <pc:spChg chg="add del mod">
          <ac:chgData name="VISHAL ROY" userId="e5c49ba7f90d0416" providerId="LiveId" clId="{135F0010-4F93-4F42-AF25-C347FD38F14E}" dt="2026-04-04T11:12:07.889" v="2139" actId="21"/>
          <ac:spMkLst>
            <pc:docMk/>
            <pc:sldMk cId="1155889351" sldId="276"/>
            <ac:spMk id="15" creationId="{87ADF726-54F9-630D-7F9E-4C96DF4DD19D}"/>
          </ac:spMkLst>
        </pc:spChg>
        <pc:spChg chg="add mod">
          <ac:chgData name="VISHAL ROY" userId="e5c49ba7f90d0416" providerId="LiveId" clId="{135F0010-4F93-4F42-AF25-C347FD38F14E}" dt="2026-04-04T16:17:27.021" v="3617" actId="1076"/>
          <ac:spMkLst>
            <pc:docMk/>
            <pc:sldMk cId="1155889351" sldId="276"/>
            <ac:spMk id="24" creationId="{EFFA9A6A-685C-FF92-E127-63013CEBF1AF}"/>
          </ac:spMkLst>
        </pc:spChg>
        <pc:spChg chg="add mod">
          <ac:chgData name="VISHAL ROY" userId="e5c49ba7f90d0416" providerId="LiveId" clId="{135F0010-4F93-4F42-AF25-C347FD38F14E}" dt="2026-04-04T11:23:47.680" v="2285" actId="1076"/>
          <ac:spMkLst>
            <pc:docMk/>
            <pc:sldMk cId="1155889351" sldId="276"/>
            <ac:spMk id="26" creationId="{397D5C0D-1758-6FA3-3249-A1FC78A75912}"/>
          </ac:spMkLst>
        </pc:spChg>
        <pc:graphicFrameChg chg="add del mod">
          <ac:chgData name="VISHAL ROY" userId="e5c49ba7f90d0416" providerId="LiveId" clId="{135F0010-4F93-4F42-AF25-C347FD38F14E}" dt="2026-04-04T11:12:07.889" v="2139" actId="21"/>
          <ac:graphicFrameMkLst>
            <pc:docMk/>
            <pc:sldMk cId="1155889351" sldId="276"/>
            <ac:graphicFrameMk id="16" creationId="{F9472C14-F3A4-1F37-D914-C3793CB047E8}"/>
          </ac:graphicFrameMkLst>
        </pc:graphicFrameChg>
        <pc:picChg chg="add del mod">
          <ac:chgData name="VISHAL ROY" userId="e5c49ba7f90d0416" providerId="LiveId" clId="{135F0010-4F93-4F42-AF25-C347FD38F14E}" dt="2026-04-04T10:58:52.842" v="1977" actId="478"/>
          <ac:picMkLst>
            <pc:docMk/>
            <pc:sldMk cId="1155889351" sldId="276"/>
            <ac:picMk id="7" creationId="{9A99A94C-167F-2604-AB9E-2F7672C3E5FE}"/>
          </ac:picMkLst>
        </pc:picChg>
        <pc:picChg chg="add del mod">
          <ac:chgData name="VISHAL ROY" userId="e5c49ba7f90d0416" providerId="LiveId" clId="{135F0010-4F93-4F42-AF25-C347FD38F14E}" dt="2026-04-04T10:58:50.529" v="1976" actId="478"/>
          <ac:picMkLst>
            <pc:docMk/>
            <pc:sldMk cId="1155889351" sldId="276"/>
            <ac:picMk id="8" creationId="{A4A9A6B4-8688-18BD-C4E6-E5587A9F52C2}"/>
          </ac:picMkLst>
        </pc:picChg>
        <pc:picChg chg="add del mod">
          <ac:chgData name="VISHAL ROY" userId="e5c49ba7f90d0416" providerId="LiveId" clId="{135F0010-4F93-4F42-AF25-C347FD38F14E}" dt="2026-04-04T11:16:24.845" v="2211" actId="478"/>
          <ac:picMkLst>
            <pc:docMk/>
            <pc:sldMk cId="1155889351" sldId="276"/>
            <ac:picMk id="19" creationId="{E4337B3A-4B85-3F64-1C9C-F7F0B3A25E5F}"/>
          </ac:picMkLst>
        </pc:picChg>
        <pc:picChg chg="add mod">
          <ac:chgData name="VISHAL ROY" userId="e5c49ba7f90d0416" providerId="LiveId" clId="{135F0010-4F93-4F42-AF25-C347FD38F14E}" dt="2026-04-04T11:22:51.101" v="2279" actId="1076"/>
          <ac:picMkLst>
            <pc:docMk/>
            <pc:sldMk cId="1155889351" sldId="276"/>
            <ac:picMk id="23" creationId="{23F09A0A-1492-8F8F-EEA8-99D32D4485B1}"/>
          </ac:picMkLst>
        </pc:picChg>
        <pc:cxnChg chg="add del mod">
          <ac:chgData name="VISHAL ROY" userId="e5c49ba7f90d0416" providerId="LiveId" clId="{135F0010-4F93-4F42-AF25-C347FD38F14E}" dt="2026-04-04T11:07:33.872" v="2097" actId="478"/>
          <ac:cxnSpMkLst>
            <pc:docMk/>
            <pc:sldMk cId="1155889351" sldId="276"/>
            <ac:cxnSpMk id="2" creationId="{919D3E06-D1B7-3E19-C6D9-CDF0D6E6D9D4}"/>
          </ac:cxnSpMkLst>
        </pc:cxnChg>
        <pc:cxnChg chg="add del mod">
          <ac:chgData name="VISHAL ROY" userId="e5c49ba7f90d0416" providerId="LiveId" clId="{135F0010-4F93-4F42-AF25-C347FD38F14E}" dt="2026-04-04T10:58:50.529" v="1976" actId="478"/>
          <ac:cxnSpMkLst>
            <pc:docMk/>
            <pc:sldMk cId="1155889351" sldId="276"/>
            <ac:cxnSpMk id="6" creationId="{202B836E-080A-0B5E-4D4A-5D2642758012}"/>
          </ac:cxnSpMkLst>
        </pc:cxnChg>
        <pc:cxnChg chg="add del mod">
          <ac:chgData name="VISHAL ROY" userId="e5c49ba7f90d0416" providerId="LiveId" clId="{135F0010-4F93-4F42-AF25-C347FD38F14E}" dt="2026-04-04T11:08:50.267" v="2102" actId="478"/>
          <ac:cxnSpMkLst>
            <pc:docMk/>
            <pc:sldMk cId="1155889351" sldId="276"/>
            <ac:cxnSpMk id="12" creationId="{B960480B-97C0-645F-411E-C47D674A60CB}"/>
          </ac:cxnSpMkLst>
        </pc:cxnChg>
        <pc:cxnChg chg="add del">
          <ac:chgData name="VISHAL ROY" userId="e5c49ba7f90d0416" providerId="LiveId" clId="{135F0010-4F93-4F42-AF25-C347FD38F14E}" dt="2026-04-04T11:05:25.257" v="2078" actId="478"/>
          <ac:cxnSpMkLst>
            <pc:docMk/>
            <pc:sldMk cId="1155889351" sldId="276"/>
            <ac:cxnSpMk id="14" creationId="{259E615A-D85F-FD49-899D-D1BEEF5471BA}"/>
          </ac:cxnSpMkLst>
        </pc:cxnChg>
        <pc:cxnChg chg="add del mod">
          <ac:chgData name="VISHAL ROY" userId="e5c49ba7f90d0416" providerId="LiveId" clId="{135F0010-4F93-4F42-AF25-C347FD38F14E}" dt="2026-04-04T11:15:14.773" v="2206" actId="478"/>
          <ac:cxnSpMkLst>
            <pc:docMk/>
            <pc:sldMk cId="1155889351" sldId="276"/>
            <ac:cxnSpMk id="18" creationId="{F130A51D-CB3F-10A5-5E16-2740720CC4B1}"/>
          </ac:cxnSpMkLst>
        </pc:cxnChg>
        <pc:cxnChg chg="add mod">
          <ac:chgData name="VISHAL ROY" userId="e5c49ba7f90d0416" providerId="LiveId" clId="{135F0010-4F93-4F42-AF25-C347FD38F14E}" dt="2026-04-04T11:26:01.747" v="2302" actId="1036"/>
          <ac:cxnSpMkLst>
            <pc:docMk/>
            <pc:sldMk cId="1155889351" sldId="276"/>
            <ac:cxnSpMk id="21" creationId="{CF5D52C6-7517-3057-9311-CFCDE61AD9DB}"/>
          </ac:cxnSpMkLst>
        </pc:cxnChg>
      </pc:sldChg>
      <pc:sldChg chg="new del">
        <pc:chgData name="VISHAL ROY" userId="e5c49ba7f90d0416" providerId="LiveId" clId="{135F0010-4F93-4F42-AF25-C347FD38F14E}" dt="2026-04-04T10:51:16.193" v="1837" actId="680"/>
        <pc:sldMkLst>
          <pc:docMk/>
          <pc:sldMk cId="4054642666" sldId="276"/>
        </pc:sldMkLst>
      </pc:sldChg>
      <pc:sldChg chg="addSp delSp modSp new mod">
        <pc:chgData name="VISHAL ROY" userId="e5c49ba7f90d0416" providerId="LiveId" clId="{135F0010-4F93-4F42-AF25-C347FD38F14E}" dt="2026-04-04T20:57:27.555" v="4123" actId="207"/>
        <pc:sldMkLst>
          <pc:docMk/>
          <pc:sldMk cId="3729118895" sldId="277"/>
        </pc:sldMkLst>
        <pc:spChg chg="add mod">
          <ac:chgData name="VISHAL ROY" userId="e5c49ba7f90d0416" providerId="LiveId" clId="{135F0010-4F93-4F42-AF25-C347FD38F14E}" dt="2026-04-04T11:28:31.924" v="2313"/>
          <ac:spMkLst>
            <pc:docMk/>
            <pc:sldMk cId="3729118895" sldId="277"/>
            <ac:spMk id="2" creationId="{F46BB97B-735C-82EB-05EA-A6D738F30EA2}"/>
          </ac:spMkLst>
        </pc:spChg>
        <pc:spChg chg="add mod">
          <ac:chgData name="VISHAL ROY" userId="e5c49ba7f90d0416" providerId="LiveId" clId="{135F0010-4F93-4F42-AF25-C347FD38F14E}" dt="2026-04-04T20:57:27.555" v="4123" actId="207"/>
          <ac:spMkLst>
            <pc:docMk/>
            <pc:sldMk cId="3729118895" sldId="277"/>
            <ac:spMk id="3" creationId="{85E0E43E-BBA1-44A4-5B2C-B6F85E9FDD9E}"/>
          </ac:spMkLst>
        </pc:spChg>
        <pc:spChg chg="add del mod">
          <ac:chgData name="VISHAL ROY" userId="e5c49ba7f90d0416" providerId="LiveId" clId="{135F0010-4F93-4F42-AF25-C347FD38F14E}" dt="2026-04-04T11:43:22.038" v="2480" actId="478"/>
          <ac:spMkLst>
            <pc:docMk/>
            <pc:sldMk cId="3729118895" sldId="277"/>
            <ac:spMk id="4" creationId="{947A0AB8-1C14-700A-BB12-D5F7FC9995C0}"/>
          </ac:spMkLst>
        </pc:spChg>
        <pc:spChg chg="mod">
          <ac:chgData name="VISHAL ROY" userId="e5c49ba7f90d0416" providerId="LiveId" clId="{135F0010-4F93-4F42-AF25-C347FD38F14E}" dt="2026-04-04T11:28:31.924" v="2313"/>
          <ac:spMkLst>
            <pc:docMk/>
            <pc:sldMk cId="3729118895" sldId="277"/>
            <ac:spMk id="7" creationId="{A6FD702C-5B58-50CC-FE28-207178D72183}"/>
          </ac:spMkLst>
        </pc:spChg>
        <pc:spChg chg="mod">
          <ac:chgData name="VISHAL ROY" userId="e5c49ba7f90d0416" providerId="LiveId" clId="{135F0010-4F93-4F42-AF25-C347FD38F14E}" dt="2026-04-04T11:28:31.924" v="2313"/>
          <ac:spMkLst>
            <pc:docMk/>
            <pc:sldMk cId="3729118895" sldId="277"/>
            <ac:spMk id="8" creationId="{7673B56E-91AE-BEBC-F371-EC37B1766B6F}"/>
          </ac:spMkLst>
        </pc:spChg>
        <pc:spChg chg="mod">
          <ac:chgData name="VISHAL ROY" userId="e5c49ba7f90d0416" providerId="LiveId" clId="{135F0010-4F93-4F42-AF25-C347FD38F14E}" dt="2026-04-04T11:28:31.924" v="2313"/>
          <ac:spMkLst>
            <pc:docMk/>
            <pc:sldMk cId="3729118895" sldId="277"/>
            <ac:spMk id="9" creationId="{29A5A5C7-A5D0-BCFA-7953-7C240BE16B71}"/>
          </ac:spMkLst>
        </pc:spChg>
        <pc:spChg chg="add del mod">
          <ac:chgData name="VISHAL ROY" userId="e5c49ba7f90d0416" providerId="LiveId" clId="{135F0010-4F93-4F42-AF25-C347FD38F14E}" dt="2026-04-04T11:28:37.117" v="2315" actId="478"/>
          <ac:spMkLst>
            <pc:docMk/>
            <pc:sldMk cId="3729118895" sldId="277"/>
            <ac:spMk id="10" creationId="{B9A05650-0514-8DDB-88FC-D95A71F750F2}"/>
          </ac:spMkLst>
        </pc:spChg>
        <pc:spChg chg="add mod">
          <ac:chgData name="VISHAL ROY" userId="e5c49ba7f90d0416" providerId="LiveId" clId="{135F0010-4F93-4F42-AF25-C347FD38F14E}" dt="2026-04-04T11:29:17.983" v="2354"/>
          <ac:spMkLst>
            <pc:docMk/>
            <pc:sldMk cId="3729118895" sldId="277"/>
            <ac:spMk id="11" creationId="{C5CD4BD4-7C84-F421-F6A3-FB69E0AD0575}"/>
          </ac:spMkLst>
        </pc:spChg>
        <pc:spChg chg="add mod">
          <ac:chgData name="VISHAL ROY" userId="e5c49ba7f90d0416" providerId="LiveId" clId="{135F0010-4F93-4F42-AF25-C347FD38F14E}" dt="2026-04-04T11:29:17.983" v="2354"/>
          <ac:spMkLst>
            <pc:docMk/>
            <pc:sldMk cId="3729118895" sldId="277"/>
            <ac:spMk id="12" creationId="{EF6C72B9-807F-528A-17FE-30DB85589AAD}"/>
          </ac:spMkLst>
        </pc:spChg>
        <pc:spChg chg="add mod">
          <ac:chgData name="VISHAL ROY" userId="e5c49ba7f90d0416" providerId="LiveId" clId="{135F0010-4F93-4F42-AF25-C347FD38F14E}" dt="2026-04-04T11:29:17.983" v="2354"/>
          <ac:spMkLst>
            <pc:docMk/>
            <pc:sldMk cId="3729118895" sldId="277"/>
            <ac:spMk id="13" creationId="{80E25126-22FA-6C1A-7224-DADB96C155DC}"/>
          </ac:spMkLst>
        </pc:spChg>
        <pc:spChg chg="mod">
          <ac:chgData name="VISHAL ROY" userId="e5c49ba7f90d0416" providerId="LiveId" clId="{135F0010-4F93-4F42-AF25-C347FD38F14E}" dt="2026-04-04T11:29:17.983" v="2354"/>
          <ac:spMkLst>
            <pc:docMk/>
            <pc:sldMk cId="3729118895" sldId="277"/>
            <ac:spMk id="16" creationId="{2FC2B39B-174C-C51E-0792-F310120C383E}"/>
          </ac:spMkLst>
        </pc:spChg>
        <pc:spChg chg="mod">
          <ac:chgData name="VISHAL ROY" userId="e5c49ba7f90d0416" providerId="LiveId" clId="{135F0010-4F93-4F42-AF25-C347FD38F14E}" dt="2026-04-04T11:29:17.983" v="2354"/>
          <ac:spMkLst>
            <pc:docMk/>
            <pc:sldMk cId="3729118895" sldId="277"/>
            <ac:spMk id="17" creationId="{8006F89B-0067-A259-8546-CF00B80F940C}"/>
          </ac:spMkLst>
        </pc:spChg>
        <pc:spChg chg="mod">
          <ac:chgData name="VISHAL ROY" userId="e5c49ba7f90d0416" providerId="LiveId" clId="{135F0010-4F93-4F42-AF25-C347FD38F14E}" dt="2026-04-04T11:29:17.983" v="2354"/>
          <ac:spMkLst>
            <pc:docMk/>
            <pc:sldMk cId="3729118895" sldId="277"/>
            <ac:spMk id="18" creationId="{A2420D1D-461E-A579-F5C8-BDC1F9C1DAC7}"/>
          </ac:spMkLst>
        </pc:spChg>
        <pc:spChg chg="add mod">
          <ac:chgData name="VISHAL ROY" userId="e5c49ba7f90d0416" providerId="LiveId" clId="{135F0010-4F93-4F42-AF25-C347FD38F14E}" dt="2026-04-04T11:29:17.983" v="2354"/>
          <ac:spMkLst>
            <pc:docMk/>
            <pc:sldMk cId="3729118895" sldId="277"/>
            <ac:spMk id="19" creationId="{CBA49AC2-CFF6-9D0E-3011-4F66DE7893AD}"/>
          </ac:spMkLst>
        </pc:spChg>
        <pc:spChg chg="add del mod">
          <ac:chgData name="VISHAL ROY" userId="e5c49ba7f90d0416" providerId="LiveId" clId="{135F0010-4F93-4F42-AF25-C347FD38F14E}" dt="2026-04-04T11:39:29.364" v="2419" actId="478"/>
          <ac:spMkLst>
            <pc:docMk/>
            <pc:sldMk cId="3729118895" sldId="277"/>
            <ac:spMk id="21" creationId="{5750C553-661B-4EF3-4499-605A639E2AC3}"/>
          </ac:spMkLst>
        </pc:spChg>
        <pc:spChg chg="add del mod">
          <ac:chgData name="VISHAL ROY" userId="e5c49ba7f90d0416" providerId="LiveId" clId="{135F0010-4F93-4F42-AF25-C347FD38F14E}" dt="2026-04-04T11:40:01.473" v="2426" actId="478"/>
          <ac:spMkLst>
            <pc:docMk/>
            <pc:sldMk cId="3729118895" sldId="277"/>
            <ac:spMk id="23" creationId="{132FAEB7-511F-0A33-7D0C-E953229B3545}"/>
          </ac:spMkLst>
        </pc:spChg>
        <pc:spChg chg="mod">
          <ac:chgData name="VISHAL ROY" userId="e5c49ba7f90d0416" providerId="LiveId" clId="{135F0010-4F93-4F42-AF25-C347FD38F14E}" dt="2026-04-04T11:55:56.943" v="2593"/>
          <ac:spMkLst>
            <pc:docMk/>
            <pc:sldMk cId="3729118895" sldId="277"/>
            <ac:spMk id="25" creationId="{4904AF90-F449-BDDB-EFB0-46B006D007C6}"/>
          </ac:spMkLst>
        </pc:spChg>
        <pc:spChg chg="mod">
          <ac:chgData name="VISHAL ROY" userId="e5c49ba7f90d0416" providerId="LiveId" clId="{135F0010-4F93-4F42-AF25-C347FD38F14E}" dt="2026-04-04T11:56:12.536" v="2607" actId="123"/>
          <ac:spMkLst>
            <pc:docMk/>
            <pc:sldMk cId="3729118895" sldId="277"/>
            <ac:spMk id="26" creationId="{D2E10D84-6931-AF1B-58CB-996ADA7D6884}"/>
          </ac:spMkLst>
        </pc:spChg>
        <pc:spChg chg="mod">
          <ac:chgData name="VISHAL ROY" userId="e5c49ba7f90d0416" providerId="LiveId" clId="{135F0010-4F93-4F42-AF25-C347FD38F14E}" dt="2026-04-04T11:55:56.943" v="2593"/>
          <ac:spMkLst>
            <pc:docMk/>
            <pc:sldMk cId="3729118895" sldId="277"/>
            <ac:spMk id="27" creationId="{60D43A43-F7A8-427D-DF8C-AA97040BC6EC}"/>
          </ac:spMkLst>
        </pc:spChg>
        <pc:spChg chg="add mod">
          <ac:chgData name="VISHAL ROY" userId="e5c49ba7f90d0416" providerId="LiveId" clId="{135F0010-4F93-4F42-AF25-C347FD38F14E}" dt="2026-04-04T12:03:46.017" v="2694" actId="2711"/>
          <ac:spMkLst>
            <pc:docMk/>
            <pc:sldMk cId="3729118895" sldId="277"/>
            <ac:spMk id="29" creationId="{A48C2DD3-2CF0-BD31-931D-E8383CF14B2B}"/>
          </ac:spMkLst>
        </pc:spChg>
        <pc:spChg chg="add mod">
          <ac:chgData name="VISHAL ROY" userId="e5c49ba7f90d0416" providerId="LiveId" clId="{135F0010-4F93-4F42-AF25-C347FD38F14E}" dt="2026-04-04T11:55:56.943" v="2593"/>
          <ac:spMkLst>
            <pc:docMk/>
            <pc:sldMk cId="3729118895" sldId="277"/>
            <ac:spMk id="31" creationId="{1B55E928-C8A1-6A45-E3FC-6E44C18D0693}"/>
          </ac:spMkLst>
        </pc:spChg>
        <pc:spChg chg="add mod">
          <ac:chgData name="VISHAL ROY" userId="e5c49ba7f90d0416" providerId="LiveId" clId="{135F0010-4F93-4F42-AF25-C347FD38F14E}" dt="2026-04-04T11:55:56.943" v="2593"/>
          <ac:spMkLst>
            <pc:docMk/>
            <pc:sldMk cId="3729118895" sldId="277"/>
            <ac:spMk id="33" creationId="{75F3EFCE-4A99-93FF-4EAC-47D95B6EE9EA}"/>
          </ac:spMkLst>
        </pc:spChg>
        <pc:grpChg chg="add del mod">
          <ac:chgData name="VISHAL ROY" userId="e5c49ba7f90d0416" providerId="LiveId" clId="{135F0010-4F93-4F42-AF25-C347FD38F14E}" dt="2026-04-04T11:28:42.870" v="2316" actId="478"/>
          <ac:grpSpMkLst>
            <pc:docMk/>
            <pc:sldMk cId="3729118895" sldId="277"/>
            <ac:grpSpMk id="6" creationId="{E055FEA5-33DB-EA47-00F7-C56181B252C7}"/>
          </ac:grpSpMkLst>
        </pc:grpChg>
        <pc:grpChg chg="add mod">
          <ac:chgData name="VISHAL ROY" userId="e5c49ba7f90d0416" providerId="LiveId" clId="{135F0010-4F93-4F42-AF25-C347FD38F14E}" dt="2026-04-04T11:29:17.983" v="2354"/>
          <ac:grpSpMkLst>
            <pc:docMk/>
            <pc:sldMk cId="3729118895" sldId="277"/>
            <ac:grpSpMk id="15" creationId="{2D49846F-44E1-8A5F-AB1E-9E205BC4063E}"/>
          </ac:grpSpMkLst>
        </pc:grpChg>
        <pc:grpChg chg="add del mod">
          <ac:chgData name="VISHAL ROY" userId="e5c49ba7f90d0416" providerId="LiveId" clId="{135F0010-4F93-4F42-AF25-C347FD38F14E}" dt="2026-04-04T11:55:56.943" v="2593"/>
          <ac:grpSpMkLst>
            <pc:docMk/>
            <pc:sldMk cId="3729118895" sldId="277"/>
            <ac:grpSpMk id="24" creationId="{D8178E8E-442C-3916-12CD-848341F63ED1}"/>
          </ac:grpSpMkLst>
        </pc:grpChg>
        <pc:grpChg chg="add mod">
          <ac:chgData name="VISHAL ROY" userId="e5c49ba7f90d0416" providerId="LiveId" clId="{135F0010-4F93-4F42-AF25-C347FD38F14E}" dt="2026-04-04T11:55:56.943" v="2593"/>
          <ac:grpSpMkLst>
            <pc:docMk/>
            <pc:sldMk cId="3729118895" sldId="277"/>
            <ac:grpSpMk id="34" creationId="{2DDC645D-3619-61F5-1860-9B24478DFEF0}"/>
          </ac:grpSpMkLst>
        </pc:grpChg>
        <pc:graphicFrameChg chg="add del mod modGraphic">
          <ac:chgData name="VISHAL ROY" userId="e5c49ba7f90d0416" providerId="LiveId" clId="{135F0010-4F93-4F42-AF25-C347FD38F14E}" dt="2026-04-04T11:39:27.361" v="2418" actId="478"/>
          <ac:graphicFrameMkLst>
            <pc:docMk/>
            <pc:sldMk cId="3729118895" sldId="277"/>
            <ac:graphicFrameMk id="22" creationId="{3CBF6D62-FAD6-4178-2B7A-E52AE1FF610F}"/>
          </ac:graphicFrameMkLst>
        </pc:graphicFrameChg>
        <pc:cxnChg chg="add mod">
          <ac:chgData name="VISHAL ROY" userId="e5c49ba7f90d0416" providerId="LiveId" clId="{135F0010-4F93-4F42-AF25-C347FD38F14E}" dt="2026-04-04T11:28:31.924" v="2313"/>
          <ac:cxnSpMkLst>
            <pc:docMk/>
            <pc:sldMk cId="3729118895" sldId="277"/>
            <ac:cxnSpMk id="5" creationId="{329F3D53-C6D3-9B04-E331-C99C5CD51131}"/>
          </ac:cxnSpMkLst>
        </pc:cxnChg>
        <pc:cxnChg chg="add mod">
          <ac:chgData name="VISHAL ROY" userId="e5c49ba7f90d0416" providerId="LiveId" clId="{135F0010-4F93-4F42-AF25-C347FD38F14E}" dt="2026-04-04T11:29:17.983" v="2354"/>
          <ac:cxnSpMkLst>
            <pc:docMk/>
            <pc:sldMk cId="3729118895" sldId="277"/>
            <ac:cxnSpMk id="14" creationId="{5DFFEA22-E14C-BE6B-C47C-0C2FB7022B1F}"/>
          </ac:cxnSpMkLst>
        </pc:cxnChg>
      </pc:sldChg>
      <pc:sldChg chg="addSp modSp new mod">
        <pc:chgData name="VISHAL ROY" userId="e5c49ba7f90d0416" providerId="LiveId" clId="{135F0010-4F93-4F42-AF25-C347FD38F14E}" dt="2026-04-04T20:57:13.978" v="4119" actId="20577"/>
        <pc:sldMkLst>
          <pc:docMk/>
          <pc:sldMk cId="3647910968" sldId="278"/>
        </pc:sldMkLst>
        <pc:spChg chg="add mod">
          <ac:chgData name="VISHAL ROY" userId="e5c49ba7f90d0416" providerId="LiveId" clId="{135F0010-4F93-4F42-AF25-C347FD38F14E}" dt="2026-04-04T11:40:14.429" v="2429"/>
          <ac:spMkLst>
            <pc:docMk/>
            <pc:sldMk cId="3647910968" sldId="278"/>
            <ac:spMk id="2" creationId="{00000000-0000-0000-0000-000000000000}"/>
          </ac:spMkLst>
        </pc:spChg>
        <pc:spChg chg="add mod">
          <ac:chgData name="VISHAL ROY" userId="e5c49ba7f90d0416" providerId="LiveId" clId="{135F0010-4F93-4F42-AF25-C347FD38F14E}" dt="2026-04-04T20:57:13.978" v="4119" actId="20577"/>
          <ac:spMkLst>
            <pc:docMk/>
            <pc:sldMk cId="3647910968" sldId="278"/>
            <ac:spMk id="3" creationId="{00000000-0000-0000-0000-000000000000}"/>
          </ac:spMkLst>
        </pc:spChg>
        <pc:spChg chg="add mod">
          <ac:chgData name="VISHAL ROY" userId="e5c49ba7f90d0416" providerId="LiveId" clId="{135F0010-4F93-4F42-AF25-C347FD38F14E}" dt="2026-04-04T11:40:14.429" v="2429"/>
          <ac:spMkLst>
            <pc:docMk/>
            <pc:sldMk cId="3647910968" sldId="278"/>
            <ac:spMk id="6" creationId="{DB8B8665-7C4F-561F-ECF8-AC28458374A5}"/>
          </ac:spMkLst>
        </pc:spChg>
        <pc:spChg chg="add mod">
          <ac:chgData name="VISHAL ROY" userId="e5c49ba7f90d0416" providerId="LiveId" clId="{135F0010-4F93-4F42-AF25-C347FD38F14E}" dt="2026-04-04T11:40:14.429" v="2429"/>
          <ac:spMkLst>
            <pc:docMk/>
            <pc:sldMk cId="3647910968" sldId="278"/>
            <ac:spMk id="23" creationId="{E50BE80D-03C1-75B3-BFBC-9083A7306856}"/>
          </ac:spMkLst>
        </pc:spChg>
        <pc:graphicFrameChg chg="add mod modGraphic">
          <ac:chgData name="VISHAL ROY" userId="e5c49ba7f90d0416" providerId="LiveId" clId="{135F0010-4F93-4F42-AF25-C347FD38F14E}" dt="2026-04-04T11:42:03.174" v="2477"/>
          <ac:graphicFrameMkLst>
            <pc:docMk/>
            <pc:sldMk cId="3647910968" sldId="278"/>
            <ac:graphicFrameMk id="4" creationId="{954EE59D-5689-726E-677A-2838DFFCD952}"/>
          </ac:graphicFrameMkLst>
        </pc:graphicFrameChg>
        <pc:cxnChg chg="add mod">
          <ac:chgData name="VISHAL ROY" userId="e5c49ba7f90d0416" providerId="LiveId" clId="{135F0010-4F93-4F42-AF25-C347FD38F14E}" dt="2026-04-04T11:40:14.429" v="2429"/>
          <ac:cxnSpMkLst>
            <pc:docMk/>
            <pc:sldMk cId="3647910968" sldId="278"/>
            <ac:cxnSpMk id="15" creationId="{DC4DCF1D-EC09-F53D-C089-C775F0940C55}"/>
          </ac:cxnSpMkLst>
        </pc:cxnChg>
      </pc:sldChg>
      <pc:sldChg chg="addSp delSp modSp new mod">
        <pc:chgData name="VISHAL ROY" userId="e5c49ba7f90d0416" providerId="LiveId" clId="{135F0010-4F93-4F42-AF25-C347FD38F14E}" dt="2026-04-05T11:43:55.242" v="4865" actId="1035"/>
        <pc:sldMkLst>
          <pc:docMk/>
          <pc:sldMk cId="227618553" sldId="279"/>
        </pc:sldMkLst>
        <pc:spChg chg="add del">
          <ac:chgData name="VISHAL ROY" userId="e5c49ba7f90d0416" providerId="LiveId" clId="{135F0010-4F93-4F42-AF25-C347FD38F14E}" dt="2026-04-05T07:45:59.281" v="4607" actId="478"/>
          <ac:spMkLst>
            <pc:docMk/>
            <pc:sldMk cId="227618553" sldId="279"/>
            <ac:spMk id="3" creationId="{DA24ED5E-A829-E35B-6739-C4AF95B78596}"/>
          </ac:spMkLst>
        </pc:spChg>
        <pc:spChg chg="add mod">
          <ac:chgData name="VISHAL ROY" userId="e5c49ba7f90d0416" providerId="LiveId" clId="{135F0010-4F93-4F42-AF25-C347FD38F14E}" dt="2026-04-05T10:23:28.273" v="4821" actId="20577"/>
          <ac:spMkLst>
            <pc:docMk/>
            <pc:sldMk cId="227618553" sldId="279"/>
            <ac:spMk id="6" creationId="{A40D603D-41DB-4D5C-04D2-98E53009D97C}"/>
          </ac:spMkLst>
        </pc:spChg>
        <pc:spChg chg="add mod">
          <ac:chgData name="VISHAL ROY" userId="e5c49ba7f90d0416" providerId="LiveId" clId="{135F0010-4F93-4F42-AF25-C347FD38F14E}" dt="2026-04-05T10:25:25.145" v="4847" actId="1037"/>
          <ac:spMkLst>
            <pc:docMk/>
            <pc:sldMk cId="227618553" sldId="279"/>
            <ac:spMk id="8" creationId="{99C94D22-1394-2371-8502-DEEBF8E5ABEF}"/>
          </ac:spMkLst>
        </pc:spChg>
        <pc:spChg chg="add del mod">
          <ac:chgData name="VISHAL ROY" userId="e5c49ba7f90d0416" providerId="LiveId" clId="{135F0010-4F93-4F42-AF25-C347FD38F14E}" dt="2026-04-05T11:43:55.242" v="4865" actId="1035"/>
          <ac:spMkLst>
            <pc:docMk/>
            <pc:sldMk cId="227618553" sldId="279"/>
            <ac:spMk id="11" creationId="{C3CC5869-749A-2EA2-A078-96BD41BFA1FE}"/>
          </ac:spMkLst>
        </pc:spChg>
        <pc:spChg chg="add del mod">
          <ac:chgData name="VISHAL ROY" userId="e5c49ba7f90d0416" providerId="LiveId" clId="{135F0010-4F93-4F42-AF25-C347FD38F14E}" dt="2026-04-05T07:52:38" v="4685" actId="478"/>
          <ac:spMkLst>
            <pc:docMk/>
            <pc:sldMk cId="227618553" sldId="279"/>
            <ac:spMk id="12" creationId="{A42BC8E4-B1CA-C712-E3AE-4AC9BCF4B06F}"/>
          </ac:spMkLst>
        </pc:spChg>
        <pc:spChg chg="add del mod">
          <ac:chgData name="VISHAL ROY" userId="e5c49ba7f90d0416" providerId="LiveId" clId="{135F0010-4F93-4F42-AF25-C347FD38F14E}" dt="2026-04-04T12:17:35.107" v="2869" actId="478"/>
          <ac:spMkLst>
            <pc:docMk/>
            <pc:sldMk cId="227618553" sldId="279"/>
            <ac:spMk id="12" creationId="{EEB4EDE3-673F-2E96-E782-78925F285639}"/>
          </ac:spMkLst>
        </pc:spChg>
        <pc:spChg chg="add mod">
          <ac:chgData name="VISHAL ROY" userId="e5c49ba7f90d0416" providerId="LiveId" clId="{135F0010-4F93-4F42-AF25-C347FD38F14E}" dt="2026-04-05T07:45:55.686" v="4606" actId="207"/>
          <ac:spMkLst>
            <pc:docMk/>
            <pc:sldMk cId="227618553" sldId="279"/>
            <ac:spMk id="14" creationId="{28CCA354-98AC-CE62-B65C-1FE6474587C2}"/>
          </ac:spMkLst>
        </pc:spChg>
        <pc:picChg chg="add del mod">
          <ac:chgData name="VISHAL ROY" userId="e5c49ba7f90d0416" providerId="LiveId" clId="{135F0010-4F93-4F42-AF25-C347FD38F14E}" dt="2026-04-04T12:08:38.573" v="2794" actId="478"/>
          <ac:picMkLst>
            <pc:docMk/>
            <pc:sldMk cId="227618553" sldId="279"/>
            <ac:picMk id="3" creationId="{4CB031D6-2A71-670F-4E53-2CBC144F658C}"/>
          </ac:picMkLst>
        </pc:picChg>
        <pc:picChg chg="add mod">
          <ac:chgData name="VISHAL ROY" userId="e5c49ba7f90d0416" providerId="LiveId" clId="{135F0010-4F93-4F42-AF25-C347FD38F14E}" dt="2026-04-05T11:43:30.209" v="4863" actId="1035"/>
          <ac:picMkLst>
            <pc:docMk/>
            <pc:sldMk cId="227618553" sldId="279"/>
            <ac:picMk id="5" creationId="{F56C40F6-DCC2-FB22-2D7B-DDE02B403117}"/>
          </ac:picMkLst>
        </pc:picChg>
        <pc:picChg chg="add del mod">
          <ac:chgData name="VISHAL ROY" userId="e5c49ba7f90d0416" providerId="LiveId" clId="{135F0010-4F93-4F42-AF25-C347FD38F14E}" dt="2026-04-04T12:11:29.982" v="2829" actId="478"/>
          <ac:picMkLst>
            <pc:docMk/>
            <pc:sldMk cId="227618553" sldId="279"/>
            <ac:picMk id="7" creationId="{85B27677-2D72-B297-1C19-1700786F3DA0}"/>
          </ac:picMkLst>
        </pc:picChg>
        <pc:picChg chg="add del mod">
          <ac:chgData name="VISHAL ROY" userId="e5c49ba7f90d0416" providerId="LiveId" clId="{135F0010-4F93-4F42-AF25-C347FD38F14E}" dt="2026-04-04T12:11:31.577" v="2830" actId="478"/>
          <ac:picMkLst>
            <pc:docMk/>
            <pc:sldMk cId="227618553" sldId="279"/>
            <ac:picMk id="9" creationId="{1FE30436-5ECE-8210-F0D1-E4BC5F170FDF}"/>
          </ac:picMkLst>
        </pc:picChg>
        <pc:picChg chg="add mod">
          <ac:chgData name="VISHAL ROY" userId="e5c49ba7f90d0416" providerId="LiveId" clId="{135F0010-4F93-4F42-AF25-C347FD38F14E}" dt="2026-04-05T07:56:29.359" v="4733" actId="1076"/>
          <ac:picMkLst>
            <pc:docMk/>
            <pc:sldMk cId="227618553" sldId="279"/>
            <ac:picMk id="10" creationId="{07C61F29-251E-9C8A-35E9-2EAE6093E71A}"/>
          </ac:picMkLst>
        </pc:picChg>
        <pc:cxnChg chg="add mod">
          <ac:chgData name="VISHAL ROY" userId="e5c49ba7f90d0416" providerId="LiveId" clId="{135F0010-4F93-4F42-AF25-C347FD38F14E}" dt="2026-04-05T07:30:21.640" v="4365" actId="1035"/>
          <ac:cxnSpMkLst>
            <pc:docMk/>
            <pc:sldMk cId="227618553" sldId="279"/>
            <ac:cxnSpMk id="13" creationId="{D4BAE2FC-7ABD-C211-DB12-616A7F626769}"/>
          </ac:cxnSpMkLst>
        </pc:cxnChg>
        <pc:cxnChg chg="add del mod">
          <ac:chgData name="VISHAL ROY" userId="e5c49ba7f90d0416" providerId="LiveId" clId="{135F0010-4F93-4F42-AF25-C347FD38F14E}" dt="2026-04-05T07:54:25.924" v="4708" actId="478"/>
          <ac:cxnSpMkLst>
            <pc:docMk/>
            <pc:sldMk cId="227618553" sldId="279"/>
            <ac:cxnSpMk id="16" creationId="{1CD9D6A4-EC2D-9DB4-3923-8FB860C4DCCE}"/>
          </ac:cxnSpMkLst>
        </pc:cxnChg>
        <pc:cxnChg chg="add mod">
          <ac:chgData name="VISHAL ROY" userId="e5c49ba7f90d0416" providerId="LiveId" clId="{135F0010-4F93-4F42-AF25-C347FD38F14E}" dt="2026-04-05T11:43:55.242" v="4865" actId="1035"/>
          <ac:cxnSpMkLst>
            <pc:docMk/>
            <pc:sldMk cId="227618553" sldId="279"/>
            <ac:cxnSpMk id="18" creationId="{CF4891C2-35D6-BA9A-D844-51F448BB636B}"/>
          </ac:cxnSpMkLst>
        </pc:cxnChg>
      </pc:sldChg>
      <pc:sldChg chg="addSp delSp modSp new mod">
        <pc:chgData name="VISHAL ROY" userId="e5c49ba7f90d0416" providerId="LiveId" clId="{135F0010-4F93-4F42-AF25-C347FD38F14E}" dt="2026-04-05T07:44:08.191" v="4593" actId="1076"/>
        <pc:sldMkLst>
          <pc:docMk/>
          <pc:sldMk cId="3594265163" sldId="280"/>
        </pc:sldMkLst>
        <pc:spChg chg="add del">
          <ac:chgData name="VISHAL ROY" userId="e5c49ba7f90d0416" providerId="LiveId" clId="{135F0010-4F93-4F42-AF25-C347FD38F14E}" dt="2026-04-05T07:20:53.957" v="4186" actId="11529"/>
          <ac:spMkLst>
            <pc:docMk/>
            <pc:sldMk cId="3594265163" sldId="280"/>
            <ac:spMk id="8" creationId="{3AF3404A-F66A-A82B-6129-7A9F13C1A971}"/>
          </ac:spMkLst>
        </pc:spChg>
        <pc:spChg chg="add mod ord">
          <ac:chgData name="VISHAL ROY" userId="e5c49ba7f90d0416" providerId="LiveId" clId="{135F0010-4F93-4F42-AF25-C347FD38F14E}" dt="2026-04-05T07:26:11.185" v="4300" actId="13822"/>
          <ac:spMkLst>
            <pc:docMk/>
            <pc:sldMk cId="3594265163" sldId="280"/>
            <ac:spMk id="9" creationId="{53515DCD-D144-8C2B-8A55-BABFBF6B89FA}"/>
          </ac:spMkLst>
        </pc:spChg>
        <pc:spChg chg="add del mod">
          <ac:chgData name="VISHAL ROY" userId="e5c49ba7f90d0416" providerId="LiveId" clId="{135F0010-4F93-4F42-AF25-C347FD38F14E}" dt="2026-04-05T07:41:36.772" v="4545" actId="478"/>
          <ac:spMkLst>
            <pc:docMk/>
            <pc:sldMk cId="3594265163" sldId="280"/>
            <ac:spMk id="10" creationId="{1CA6FB30-F2B4-DAC4-4451-F41A7CDCD3D0}"/>
          </ac:spMkLst>
        </pc:spChg>
        <pc:spChg chg="add del mod">
          <ac:chgData name="VISHAL ROY" userId="e5c49ba7f90d0416" providerId="LiveId" clId="{135F0010-4F93-4F42-AF25-C347FD38F14E}" dt="2026-04-04T13:12:42.282" v="3349" actId="478"/>
          <ac:spMkLst>
            <pc:docMk/>
            <pc:sldMk cId="3594265163" sldId="280"/>
            <ac:spMk id="13" creationId="{00496ECD-8E86-7C9B-03A3-10A71B981B24}"/>
          </ac:spMkLst>
        </pc:spChg>
        <pc:spChg chg="add mod">
          <ac:chgData name="VISHAL ROY" userId="e5c49ba7f90d0416" providerId="LiveId" clId="{135F0010-4F93-4F42-AF25-C347FD38F14E}" dt="2026-04-05T07:28:16.590" v="4323" actId="207"/>
          <ac:spMkLst>
            <pc:docMk/>
            <pc:sldMk cId="3594265163" sldId="280"/>
            <ac:spMk id="13" creationId="{0A731F56-57E8-9613-EAF4-382162F4F737}"/>
          </ac:spMkLst>
        </pc:spChg>
        <pc:spChg chg="add del mod">
          <ac:chgData name="VISHAL ROY" userId="e5c49ba7f90d0416" providerId="LiveId" clId="{135F0010-4F93-4F42-AF25-C347FD38F14E}" dt="2026-04-05T07:27:44.448" v="4316" actId="1035"/>
          <ac:spMkLst>
            <pc:docMk/>
            <pc:sldMk cId="3594265163" sldId="280"/>
            <ac:spMk id="16" creationId="{E66CB3BA-BAB7-0EEC-BE16-AF691C122A07}"/>
          </ac:spMkLst>
        </pc:spChg>
        <pc:spChg chg="add mod">
          <ac:chgData name="VISHAL ROY" userId="e5c49ba7f90d0416" providerId="LiveId" clId="{135F0010-4F93-4F42-AF25-C347FD38F14E}" dt="2026-04-05T07:43:17.561" v="4584" actId="14100"/>
          <ac:spMkLst>
            <pc:docMk/>
            <pc:sldMk cId="3594265163" sldId="280"/>
            <ac:spMk id="18" creationId="{49EEC591-8401-1CEB-9B4D-0C0516C9995A}"/>
          </ac:spMkLst>
        </pc:spChg>
        <pc:spChg chg="add">
          <ac:chgData name="VISHAL ROY" userId="e5c49ba7f90d0416" providerId="LiveId" clId="{135F0010-4F93-4F42-AF25-C347FD38F14E}" dt="2026-04-05T07:40:50.476" v="4534"/>
          <ac:spMkLst>
            <pc:docMk/>
            <pc:sldMk cId="3594265163" sldId="280"/>
            <ac:spMk id="19" creationId="{063F2230-FBCA-32D6-E735-632E1A5CBF9A}"/>
          </ac:spMkLst>
        </pc:spChg>
        <pc:spChg chg="add mod">
          <ac:chgData name="VISHAL ROY" userId="e5c49ba7f90d0416" providerId="LiveId" clId="{135F0010-4F93-4F42-AF25-C347FD38F14E}" dt="2026-04-05T07:41:03.545" v="4538" actId="1076"/>
          <ac:spMkLst>
            <pc:docMk/>
            <pc:sldMk cId="3594265163" sldId="280"/>
            <ac:spMk id="20" creationId="{420A0A10-B00B-25A3-AF07-AF3101769BFA}"/>
          </ac:spMkLst>
        </pc:spChg>
        <pc:spChg chg="add mod">
          <ac:chgData name="VISHAL ROY" userId="e5c49ba7f90d0416" providerId="LiveId" clId="{135F0010-4F93-4F42-AF25-C347FD38F14E}" dt="2026-04-05T07:43:49.800" v="4591" actId="1076"/>
          <ac:spMkLst>
            <pc:docMk/>
            <pc:sldMk cId="3594265163" sldId="280"/>
            <ac:spMk id="22" creationId="{91C0B5E2-1454-95BB-6D51-12AACCA3E993}"/>
          </ac:spMkLst>
        </pc:spChg>
        <pc:spChg chg="add mod">
          <ac:chgData name="VISHAL ROY" userId="e5c49ba7f90d0416" providerId="LiveId" clId="{135F0010-4F93-4F42-AF25-C347FD38F14E}" dt="2026-04-05T07:44:08.191" v="4593" actId="1076"/>
          <ac:spMkLst>
            <pc:docMk/>
            <pc:sldMk cId="3594265163" sldId="280"/>
            <ac:spMk id="24" creationId="{D67C6C20-7D61-E25A-B0B2-986C6290197A}"/>
          </ac:spMkLst>
        </pc:spChg>
        <pc:graphicFrameChg chg="add mod modGraphic">
          <ac:chgData name="VISHAL ROY" userId="e5c49ba7f90d0416" providerId="LiveId" clId="{135F0010-4F93-4F42-AF25-C347FD38F14E}" dt="2026-04-05T07:24:06.041" v="4259"/>
          <ac:graphicFrameMkLst>
            <pc:docMk/>
            <pc:sldMk cId="3594265163" sldId="280"/>
            <ac:graphicFrameMk id="2" creationId="{8E93DC0D-5A16-3685-BF44-CAB31FB7879B}"/>
          </ac:graphicFrameMkLst>
        </pc:graphicFrameChg>
        <pc:graphicFrameChg chg="add mod modGraphic">
          <ac:chgData name="VISHAL ROY" userId="e5c49ba7f90d0416" providerId="LiveId" clId="{135F0010-4F93-4F42-AF25-C347FD38F14E}" dt="2026-04-05T07:24:50.101" v="4267" actId="1076"/>
          <ac:graphicFrameMkLst>
            <pc:docMk/>
            <pc:sldMk cId="3594265163" sldId="280"/>
            <ac:graphicFrameMk id="3" creationId="{FE29EC4B-001B-CA1B-05AB-24DE524278E2}"/>
          </ac:graphicFrameMkLst>
        </pc:graphicFrameChg>
        <pc:graphicFrameChg chg="add del mod modGraphic">
          <ac:chgData name="VISHAL ROY" userId="e5c49ba7f90d0416" providerId="LiveId" clId="{135F0010-4F93-4F42-AF25-C347FD38F14E}" dt="2026-04-05T07:20:11.038" v="4179" actId="478"/>
          <ac:graphicFrameMkLst>
            <pc:docMk/>
            <pc:sldMk cId="3594265163" sldId="280"/>
            <ac:graphicFrameMk id="4" creationId="{CF95E634-E498-4D10-E36D-203256DC0C39}"/>
          </ac:graphicFrameMkLst>
        </pc:graphicFrameChg>
        <pc:picChg chg="add del mod">
          <ac:chgData name="VISHAL ROY" userId="e5c49ba7f90d0416" providerId="LiveId" clId="{135F0010-4F93-4F42-AF25-C347FD38F14E}" dt="2026-04-04T12:13:26.653" v="2849" actId="931"/>
          <ac:picMkLst>
            <pc:docMk/>
            <pc:sldMk cId="3594265163" sldId="280"/>
            <ac:picMk id="3" creationId="{34025801-26DC-30EB-8273-93E7E8A1C6C8}"/>
          </ac:picMkLst>
        </pc:picChg>
        <pc:picChg chg="add del mod">
          <ac:chgData name="VISHAL ROY" userId="e5c49ba7f90d0416" providerId="LiveId" clId="{135F0010-4F93-4F42-AF25-C347FD38F14E}" dt="2026-04-04T12:13:26.653" v="2849" actId="931"/>
          <ac:picMkLst>
            <pc:docMk/>
            <pc:sldMk cId="3594265163" sldId="280"/>
            <ac:picMk id="5" creationId="{24781BAB-2AAA-40A9-1549-0F0905F99EEF}"/>
          </ac:picMkLst>
        </pc:picChg>
        <pc:picChg chg="add mod">
          <ac:chgData name="VISHAL ROY" userId="e5c49ba7f90d0416" providerId="LiveId" clId="{135F0010-4F93-4F42-AF25-C347FD38F14E}" dt="2026-04-05T07:43:06.943" v="4581" actId="1076"/>
          <ac:picMkLst>
            <pc:docMk/>
            <pc:sldMk cId="3594265163" sldId="280"/>
            <ac:picMk id="7" creationId="{C87E9E2D-1884-B8D5-F12F-525737303362}"/>
          </ac:picMkLst>
        </pc:picChg>
        <pc:picChg chg="add del mod">
          <ac:chgData name="VISHAL ROY" userId="e5c49ba7f90d0416" providerId="LiveId" clId="{135F0010-4F93-4F42-AF25-C347FD38F14E}" dt="2026-04-04T12:14:17.415" v="2853" actId="478"/>
          <ac:picMkLst>
            <pc:docMk/>
            <pc:sldMk cId="3594265163" sldId="280"/>
            <ac:picMk id="9" creationId="{455EFDED-75D3-67E2-7FD2-DC544774D6D6}"/>
          </ac:picMkLst>
        </pc:picChg>
        <pc:picChg chg="add mod">
          <ac:chgData name="VISHAL ROY" userId="e5c49ba7f90d0416" providerId="LiveId" clId="{135F0010-4F93-4F42-AF25-C347FD38F14E}" dt="2026-04-05T07:43:10.901" v="4582" actId="14100"/>
          <ac:picMkLst>
            <pc:docMk/>
            <pc:sldMk cId="3594265163" sldId="280"/>
            <ac:picMk id="11" creationId="{20160F5A-B088-F4DB-0663-E283FC57FF3E}"/>
          </ac:picMkLst>
        </pc:picChg>
        <pc:cxnChg chg="add del">
          <ac:chgData name="VISHAL ROY" userId="e5c49ba7f90d0416" providerId="LiveId" clId="{135F0010-4F93-4F42-AF25-C347FD38F14E}" dt="2026-04-05T07:20:45.896" v="4184" actId="478"/>
          <ac:cxnSpMkLst>
            <pc:docMk/>
            <pc:sldMk cId="3594265163" sldId="280"/>
            <ac:cxnSpMk id="6" creationId="{A245F55F-F640-F0FD-5A98-BFC4C1C97098}"/>
          </ac:cxnSpMkLst>
        </pc:cxnChg>
        <pc:cxnChg chg="add del mod">
          <ac:chgData name="VISHAL ROY" userId="e5c49ba7f90d0416" providerId="LiveId" clId="{135F0010-4F93-4F42-AF25-C347FD38F14E}" dt="2026-04-04T13:12:43.834" v="3350" actId="478"/>
          <ac:cxnSpMkLst>
            <pc:docMk/>
            <pc:sldMk cId="3594265163" sldId="280"/>
            <ac:cxnSpMk id="12" creationId="{EE3B6617-16F9-19A0-33A3-6A4A0AFC9988}"/>
          </ac:cxnSpMkLst>
        </pc:cxnChg>
        <pc:cxnChg chg="add mod">
          <ac:chgData name="VISHAL ROY" userId="e5c49ba7f90d0416" providerId="LiveId" clId="{135F0010-4F93-4F42-AF25-C347FD38F14E}" dt="2026-04-05T07:27:58.922" v="4322" actId="1036"/>
          <ac:cxnSpMkLst>
            <pc:docMk/>
            <pc:sldMk cId="3594265163" sldId="280"/>
            <ac:cxnSpMk id="15" creationId="{45025958-ED5B-6439-3A92-09253F75604B}"/>
          </ac:cxnSpMkLst>
        </pc:cxnChg>
      </pc:sldChg>
      <pc:sldChg chg="addSp modSp new del mod">
        <pc:chgData name="VISHAL ROY" userId="e5c49ba7f90d0416" providerId="LiveId" clId="{135F0010-4F93-4F42-AF25-C347FD38F14E}" dt="2026-04-04T12:30:39.891" v="3019" actId="2696"/>
        <pc:sldMkLst>
          <pc:docMk/>
          <pc:sldMk cId="1365569758" sldId="281"/>
        </pc:sldMkLst>
        <pc:spChg chg="add mod">
          <ac:chgData name="VISHAL ROY" userId="e5c49ba7f90d0416" providerId="LiveId" clId="{135F0010-4F93-4F42-AF25-C347FD38F14E}" dt="2026-04-04T12:25:45.070" v="2912"/>
          <ac:spMkLst>
            <pc:docMk/>
            <pc:sldMk cId="1365569758" sldId="281"/>
            <ac:spMk id="6" creationId="{5A5EB999-3823-D5A8-EDD3-025C82718E89}"/>
          </ac:spMkLst>
        </pc:spChg>
        <pc:graphicFrameChg chg="add mod">
          <ac:chgData name="VISHAL ROY" userId="e5c49ba7f90d0416" providerId="LiveId" clId="{135F0010-4F93-4F42-AF25-C347FD38F14E}" dt="2026-04-04T12:21:00.881" v="2873"/>
          <ac:graphicFrameMkLst>
            <pc:docMk/>
            <pc:sldMk cId="1365569758" sldId="281"/>
            <ac:graphicFrameMk id="3" creationId="{17983341-F3D1-6C90-1159-F2E26A260767}"/>
          </ac:graphicFrameMkLst>
        </pc:graphicFrameChg>
        <pc:graphicFrameChg chg="add mod modGraphic">
          <ac:chgData name="VISHAL ROY" userId="e5c49ba7f90d0416" providerId="LiveId" clId="{135F0010-4F93-4F42-AF25-C347FD38F14E}" dt="2026-04-04T12:22:36.777" v="2888" actId="1076"/>
          <ac:graphicFrameMkLst>
            <pc:docMk/>
            <pc:sldMk cId="1365569758" sldId="281"/>
            <ac:graphicFrameMk id="4" creationId="{D84172C5-5B2D-15AF-5E7A-A64E9A395BEC}"/>
          </ac:graphicFrameMkLst>
        </pc:graphicFrameChg>
        <pc:picChg chg="add mod">
          <ac:chgData name="VISHAL ROY" userId="e5c49ba7f90d0416" providerId="LiveId" clId="{135F0010-4F93-4F42-AF25-C347FD38F14E}" dt="2026-04-04T12:27:26.225" v="2974" actId="1076"/>
          <ac:picMkLst>
            <pc:docMk/>
            <pc:sldMk cId="1365569758" sldId="281"/>
            <ac:picMk id="2" creationId="{50551D0A-9CA3-EBFB-7F36-FCC544C19D46}"/>
          </ac:picMkLst>
        </pc:picChg>
        <pc:cxnChg chg="add mod">
          <ac:chgData name="VISHAL ROY" userId="e5c49ba7f90d0416" providerId="LiveId" clId="{135F0010-4F93-4F42-AF25-C347FD38F14E}" dt="2026-04-04T12:25:45.070" v="2912"/>
          <ac:cxnSpMkLst>
            <pc:docMk/>
            <pc:sldMk cId="1365569758" sldId="281"/>
            <ac:cxnSpMk id="5" creationId="{F78E6BD8-500E-E90B-AD5E-8A4B2520F660}"/>
          </ac:cxnSpMkLst>
        </pc:cxnChg>
      </pc:sldChg>
      <pc:sldChg chg="addSp delSp modSp new del mod">
        <pc:chgData name="VISHAL ROY" userId="e5c49ba7f90d0416" providerId="LiveId" clId="{135F0010-4F93-4F42-AF25-C347FD38F14E}" dt="2026-04-04T13:30:37.826" v="3458" actId="2696"/>
        <pc:sldMkLst>
          <pc:docMk/>
          <pc:sldMk cId="1719831048" sldId="282"/>
        </pc:sldMkLst>
        <pc:spChg chg="add del mod">
          <ac:chgData name="VISHAL ROY" userId="e5c49ba7f90d0416" providerId="LiveId" clId="{135F0010-4F93-4F42-AF25-C347FD38F14E}" dt="2026-04-04T12:27:47.537" v="2976" actId="478"/>
          <ac:spMkLst>
            <pc:docMk/>
            <pc:sldMk cId="1719831048" sldId="282"/>
            <ac:spMk id="3" creationId="{8991C62C-9908-F6B2-BCBD-98630DF2F3BA}"/>
          </ac:spMkLst>
        </pc:spChg>
        <pc:spChg chg="add mod">
          <ac:chgData name="VISHAL ROY" userId="e5c49ba7f90d0416" providerId="LiveId" clId="{135F0010-4F93-4F42-AF25-C347FD38F14E}" dt="2026-04-04T12:47:45.513" v="3131" actId="1076"/>
          <ac:spMkLst>
            <pc:docMk/>
            <pc:sldMk cId="1719831048" sldId="282"/>
            <ac:spMk id="5" creationId="{379BD5C6-B2CD-A71D-6213-3648F5B0B4CB}"/>
          </ac:spMkLst>
        </pc:spChg>
        <pc:spChg chg="add del">
          <ac:chgData name="VISHAL ROY" userId="e5c49ba7f90d0416" providerId="LiveId" clId="{135F0010-4F93-4F42-AF25-C347FD38F14E}" dt="2026-04-04T12:29:30.435" v="3009" actId="22"/>
          <ac:spMkLst>
            <pc:docMk/>
            <pc:sldMk cId="1719831048" sldId="282"/>
            <ac:spMk id="8" creationId="{28AB9BED-32FA-70BD-FE1A-36CC2A4E697C}"/>
          </ac:spMkLst>
        </pc:spChg>
        <pc:cxnChg chg="add del mod">
          <ac:chgData name="VISHAL ROY" userId="e5c49ba7f90d0416" providerId="LiveId" clId="{135F0010-4F93-4F42-AF25-C347FD38F14E}" dt="2026-04-04T12:29:38.279" v="3013" actId="478"/>
          <ac:cxnSpMkLst>
            <pc:docMk/>
            <pc:sldMk cId="1719831048" sldId="282"/>
            <ac:cxnSpMk id="4" creationId="{6BB003E7-2544-EEE4-7D2D-8F85FC7F348B}"/>
          </ac:cxnSpMkLst>
        </pc:cxnChg>
        <pc:cxnChg chg="add mod">
          <ac:chgData name="VISHAL ROY" userId="e5c49ba7f90d0416" providerId="LiveId" clId="{135F0010-4F93-4F42-AF25-C347FD38F14E}" dt="2026-04-04T12:29:41.011" v="3015" actId="1076"/>
          <ac:cxnSpMkLst>
            <pc:docMk/>
            <pc:sldMk cId="1719831048" sldId="282"/>
            <ac:cxnSpMk id="6" creationId="{78FF8D56-4811-A875-72EF-7718B145101C}"/>
          </ac:cxnSpMkLst>
        </pc:cxnChg>
      </pc:sldChg>
      <pc:sldChg chg="addSp delSp modSp new mod">
        <pc:chgData name="VISHAL ROY" userId="e5c49ba7f90d0416" providerId="LiveId" clId="{135F0010-4F93-4F42-AF25-C347FD38F14E}" dt="2026-04-04T20:56:23.723" v="4114" actId="12385"/>
        <pc:sldMkLst>
          <pc:docMk/>
          <pc:sldMk cId="1513215951" sldId="283"/>
        </pc:sldMkLst>
        <pc:spChg chg="add del mod">
          <ac:chgData name="VISHAL ROY" userId="e5c49ba7f90d0416" providerId="LiveId" clId="{135F0010-4F93-4F42-AF25-C347FD38F14E}" dt="2026-04-04T13:31:11.721" v="3502"/>
          <ac:spMkLst>
            <pc:docMk/>
            <pc:sldMk cId="1513215951" sldId="283"/>
            <ac:spMk id="5" creationId="{3CD324BD-7AB4-7650-866C-3F84D5A74F7F}"/>
          </ac:spMkLst>
        </pc:spChg>
        <pc:spChg chg="add mod">
          <ac:chgData name="VISHAL ROY" userId="e5c49ba7f90d0416" providerId="LiveId" clId="{135F0010-4F93-4F42-AF25-C347FD38F14E}" dt="2026-04-04T13:31:16.177" v="3503" actId="1076"/>
          <ac:spMkLst>
            <pc:docMk/>
            <pc:sldMk cId="1513215951" sldId="283"/>
            <ac:spMk id="7" creationId="{975959D3-FF92-84C3-7307-426EC7DBAA52}"/>
          </ac:spMkLst>
        </pc:spChg>
        <pc:spChg chg="add del mod">
          <ac:chgData name="VISHAL ROY" userId="e5c49ba7f90d0416" providerId="LiveId" clId="{135F0010-4F93-4F42-AF25-C347FD38F14E}" dt="2026-04-04T13:27:37.770" v="3416" actId="478"/>
          <ac:spMkLst>
            <pc:docMk/>
            <pc:sldMk cId="1513215951" sldId="283"/>
            <ac:spMk id="10" creationId="{4E94C593-C2E4-80FF-B014-268132CD3BFC}"/>
          </ac:spMkLst>
        </pc:spChg>
        <pc:spChg chg="add mod">
          <ac:chgData name="VISHAL ROY" userId="e5c49ba7f90d0416" providerId="LiveId" clId="{135F0010-4F93-4F42-AF25-C347FD38F14E}" dt="2026-04-04T16:06:07.123" v="3543" actId="1076"/>
          <ac:spMkLst>
            <pc:docMk/>
            <pc:sldMk cId="1513215951" sldId="283"/>
            <ac:spMk id="11" creationId="{A50B790B-1326-D14F-A3CC-13FA8F713EEB}"/>
          </ac:spMkLst>
        </pc:spChg>
        <pc:spChg chg="add mod">
          <ac:chgData name="VISHAL ROY" userId="e5c49ba7f90d0416" providerId="LiveId" clId="{135F0010-4F93-4F42-AF25-C347FD38F14E}" dt="2026-04-04T16:06:34.786" v="3551" actId="1038"/>
          <ac:spMkLst>
            <pc:docMk/>
            <pc:sldMk cId="1513215951" sldId="283"/>
            <ac:spMk id="13" creationId="{9D354380-6A36-4DC9-8C63-92D5AC30B32B}"/>
          </ac:spMkLst>
        </pc:spChg>
        <pc:graphicFrameChg chg="add mod modGraphic">
          <ac:chgData name="VISHAL ROY" userId="e5c49ba7f90d0416" providerId="LiveId" clId="{135F0010-4F93-4F42-AF25-C347FD38F14E}" dt="2026-04-04T16:07:42.844" v="3583" actId="20577"/>
          <ac:graphicFrameMkLst>
            <pc:docMk/>
            <pc:sldMk cId="1513215951" sldId="283"/>
            <ac:graphicFrameMk id="3" creationId="{1ECC3E3C-E436-AE7D-A9BA-01C3C65A731A}"/>
          </ac:graphicFrameMkLst>
        </pc:graphicFrameChg>
        <pc:graphicFrameChg chg="add mod modGraphic">
          <ac:chgData name="VISHAL ROY" userId="e5c49ba7f90d0416" providerId="LiveId" clId="{135F0010-4F93-4F42-AF25-C347FD38F14E}" dt="2026-04-04T20:56:23.723" v="4114" actId="12385"/>
          <ac:graphicFrameMkLst>
            <pc:docMk/>
            <pc:sldMk cId="1513215951" sldId="283"/>
            <ac:graphicFrameMk id="9" creationId="{29E59E3B-AA51-C751-D408-FCBD00ED5C35}"/>
          </ac:graphicFrameMkLst>
        </pc:graphicFrameChg>
        <pc:picChg chg="add mod">
          <ac:chgData name="VISHAL ROY" userId="e5c49ba7f90d0416" providerId="LiveId" clId="{135F0010-4F93-4F42-AF25-C347FD38F14E}" dt="2026-04-04T16:04:32.970" v="3518" actId="1076"/>
          <ac:picMkLst>
            <pc:docMk/>
            <pc:sldMk cId="1513215951" sldId="283"/>
            <ac:picMk id="2" creationId="{4A9045B0-E68F-B7F0-894A-762FB5F431E2}"/>
          </ac:picMkLst>
        </pc:picChg>
        <pc:picChg chg="add mod">
          <ac:chgData name="VISHAL ROY" userId="e5c49ba7f90d0416" providerId="LiveId" clId="{135F0010-4F93-4F42-AF25-C347FD38F14E}" dt="2026-04-04T16:04:38.160" v="3519" actId="1076"/>
          <ac:picMkLst>
            <pc:docMk/>
            <pc:sldMk cId="1513215951" sldId="283"/>
            <ac:picMk id="8" creationId="{928B7233-0A77-3082-C07A-376623762001}"/>
          </ac:picMkLst>
        </pc:picChg>
        <pc:cxnChg chg="add del mod">
          <ac:chgData name="VISHAL ROY" userId="e5c49ba7f90d0416" providerId="LiveId" clId="{135F0010-4F93-4F42-AF25-C347FD38F14E}" dt="2026-04-04T13:13:17.435" v="3352" actId="478"/>
          <ac:cxnSpMkLst>
            <pc:docMk/>
            <pc:sldMk cId="1513215951" sldId="283"/>
            <ac:cxnSpMk id="4" creationId="{D389DC84-3EA4-B0AE-AED0-604E84658314}"/>
          </ac:cxnSpMkLst>
        </pc:cxnChg>
        <pc:cxnChg chg="add del mod">
          <ac:chgData name="VISHAL ROY" userId="e5c49ba7f90d0416" providerId="LiveId" clId="{135F0010-4F93-4F42-AF25-C347FD38F14E}" dt="2026-04-04T13:13:31.587" v="3354" actId="478"/>
          <ac:cxnSpMkLst>
            <pc:docMk/>
            <pc:sldMk cId="1513215951" sldId="283"/>
            <ac:cxnSpMk id="6" creationId="{4C276AA5-81D9-3753-82C1-6B9523BEC656}"/>
          </ac:cxnSpMkLst>
        </pc:cxnChg>
        <pc:cxnChg chg="add mod">
          <ac:chgData name="VISHAL ROY" userId="e5c49ba7f90d0416" providerId="LiveId" clId="{135F0010-4F93-4F42-AF25-C347FD38F14E}" dt="2026-04-04T16:06:23.305" v="3545" actId="14100"/>
          <ac:cxnSpMkLst>
            <pc:docMk/>
            <pc:sldMk cId="1513215951" sldId="283"/>
            <ac:cxnSpMk id="12" creationId="{625C4C56-BC9B-89E8-EA06-41C28690B29F}"/>
          </ac:cxnSpMkLst>
        </pc:cxnChg>
        <pc:cxnChg chg="add del mod">
          <ac:chgData name="VISHAL ROY" userId="e5c49ba7f90d0416" providerId="LiveId" clId="{135F0010-4F93-4F42-AF25-C347FD38F14E}" dt="2026-04-04T16:06:14.174" v="3544" actId="478"/>
          <ac:cxnSpMkLst>
            <pc:docMk/>
            <pc:sldMk cId="1513215951" sldId="283"/>
            <ac:cxnSpMk id="16" creationId="{A69C0F40-2CED-FF30-7333-63E115ECB9E7}"/>
          </ac:cxnSpMkLst>
        </pc:cxnChg>
      </pc:sldChg>
      <pc:sldChg chg="addSp delSp modSp new mod">
        <pc:chgData name="VISHAL ROY" userId="e5c49ba7f90d0416" providerId="LiveId" clId="{135F0010-4F93-4F42-AF25-C347FD38F14E}" dt="2026-04-04T20:57:53.922" v="4135" actId="207"/>
        <pc:sldMkLst>
          <pc:docMk/>
          <pc:sldMk cId="1947086260" sldId="284"/>
        </pc:sldMkLst>
        <pc:spChg chg="add mod">
          <ac:chgData name="VISHAL ROY" userId="e5c49ba7f90d0416" providerId="LiveId" clId="{135F0010-4F93-4F42-AF25-C347FD38F14E}" dt="2026-04-04T20:57:53.922" v="4135" actId="207"/>
          <ac:spMkLst>
            <pc:docMk/>
            <pc:sldMk cId="1947086260" sldId="284"/>
            <ac:spMk id="2" creationId="{98E3A6C0-8FE6-F8B1-6845-A3B30B8FA0D9}"/>
          </ac:spMkLst>
        </pc:spChg>
        <pc:spChg chg="add mod">
          <ac:chgData name="VISHAL ROY" userId="e5c49ba7f90d0416" providerId="LiveId" clId="{135F0010-4F93-4F42-AF25-C347FD38F14E}" dt="2026-04-04T13:27:11.181" v="3414" actId="1076"/>
          <ac:spMkLst>
            <pc:docMk/>
            <pc:sldMk cId="1947086260" sldId="284"/>
            <ac:spMk id="4" creationId="{42832C12-D509-DFE4-03B7-04DE264D626E}"/>
          </ac:spMkLst>
        </pc:spChg>
        <pc:spChg chg="add mod">
          <ac:chgData name="VISHAL ROY" userId="e5c49ba7f90d0416" providerId="LiveId" clId="{135F0010-4F93-4F42-AF25-C347FD38F14E}" dt="2026-04-04T12:45:03.562" v="3119" actId="14100"/>
          <ac:spMkLst>
            <pc:docMk/>
            <pc:sldMk cId="1947086260" sldId="284"/>
            <ac:spMk id="5" creationId="{C26CA1C8-2321-4372-3A8D-FC7D976F6E18}"/>
          </ac:spMkLst>
        </pc:spChg>
        <pc:spChg chg="add mod">
          <ac:chgData name="VISHAL ROY" userId="e5c49ba7f90d0416" providerId="LiveId" clId="{135F0010-4F93-4F42-AF25-C347FD38F14E}" dt="2026-04-04T12:44:23.401" v="3116" actId="1076"/>
          <ac:spMkLst>
            <pc:docMk/>
            <pc:sldMk cId="1947086260" sldId="284"/>
            <ac:spMk id="12" creationId="{2F1EC173-3829-A020-28AD-F18B10BE49F2}"/>
          </ac:spMkLst>
        </pc:spChg>
        <pc:spChg chg="add del mod">
          <ac:chgData name="VISHAL ROY" userId="e5c49ba7f90d0416" providerId="LiveId" clId="{135F0010-4F93-4F42-AF25-C347FD38F14E}" dt="2026-04-04T12:43:05.909" v="3103" actId="478"/>
          <ac:spMkLst>
            <pc:docMk/>
            <pc:sldMk cId="1947086260" sldId="284"/>
            <ac:spMk id="14" creationId="{1964E1A2-FF63-4775-C8F3-F8917FAE7041}"/>
          </ac:spMkLst>
        </pc:spChg>
        <pc:spChg chg="add mod">
          <ac:chgData name="VISHAL ROY" userId="e5c49ba7f90d0416" providerId="LiveId" clId="{135F0010-4F93-4F42-AF25-C347FD38F14E}" dt="2026-04-04T12:44:12.779" v="3115" actId="1076"/>
          <ac:spMkLst>
            <pc:docMk/>
            <pc:sldMk cId="1947086260" sldId="284"/>
            <ac:spMk id="16" creationId="{F607D24A-1847-B8E0-D523-F7D0540D8C71}"/>
          </ac:spMkLst>
        </pc:spChg>
        <pc:spChg chg="add mod">
          <ac:chgData name="VISHAL ROY" userId="e5c49ba7f90d0416" providerId="LiveId" clId="{135F0010-4F93-4F42-AF25-C347FD38F14E}" dt="2026-04-04T12:44:28.068" v="3117" actId="1076"/>
          <ac:spMkLst>
            <pc:docMk/>
            <pc:sldMk cId="1947086260" sldId="284"/>
            <ac:spMk id="18" creationId="{2C507AED-B64B-0E86-94F8-29341FF8632B}"/>
          </ac:spMkLst>
        </pc:spChg>
        <pc:spChg chg="add mod">
          <ac:chgData name="VISHAL ROY" userId="e5c49ba7f90d0416" providerId="LiveId" clId="{135F0010-4F93-4F42-AF25-C347FD38F14E}" dt="2026-04-04T12:45:47.697" v="3127" actId="14100"/>
          <ac:spMkLst>
            <pc:docMk/>
            <pc:sldMk cId="1947086260" sldId="284"/>
            <ac:spMk id="19" creationId="{19FFEA75-53F4-364E-30D5-A1A3AFE6AC41}"/>
          </ac:spMkLst>
        </pc:spChg>
        <pc:graphicFrameChg chg="add mod modGraphic">
          <ac:chgData name="VISHAL ROY" userId="e5c49ba7f90d0416" providerId="LiveId" clId="{135F0010-4F93-4F42-AF25-C347FD38F14E}" dt="2026-04-04T12:40:15.428" v="3088" actId="1076"/>
          <ac:graphicFrameMkLst>
            <pc:docMk/>
            <pc:sldMk cId="1947086260" sldId="284"/>
            <ac:graphicFrameMk id="6" creationId="{C8711F3A-C926-EBA0-0405-9B01479716FB}"/>
          </ac:graphicFrameMkLst>
        </pc:graphicFrameChg>
        <pc:picChg chg="add mod">
          <ac:chgData name="VISHAL ROY" userId="e5c49ba7f90d0416" providerId="LiveId" clId="{135F0010-4F93-4F42-AF25-C347FD38F14E}" dt="2026-04-04T12:46:03.213" v="3130" actId="1076"/>
          <ac:picMkLst>
            <pc:docMk/>
            <pc:sldMk cId="1947086260" sldId="284"/>
            <ac:picMk id="7" creationId="{25C2DDA1-874C-269A-08D7-978593E868B1}"/>
          </ac:picMkLst>
        </pc:picChg>
        <pc:picChg chg="add mod">
          <ac:chgData name="VISHAL ROY" userId="e5c49ba7f90d0416" providerId="LiveId" clId="{135F0010-4F93-4F42-AF25-C347FD38F14E}" dt="2026-04-04T12:41:30.778" v="3093" actId="1076"/>
          <ac:picMkLst>
            <pc:docMk/>
            <pc:sldMk cId="1947086260" sldId="284"/>
            <ac:picMk id="10" creationId="{DF80FE83-EF03-A4D4-B898-A91B23AB8D5D}"/>
          </ac:picMkLst>
        </pc:picChg>
        <pc:cxnChg chg="add del mod">
          <ac:chgData name="VISHAL ROY" userId="e5c49ba7f90d0416" providerId="LiveId" clId="{135F0010-4F93-4F42-AF25-C347FD38F14E}" dt="2026-04-04T12:35:28.813" v="3056" actId="478"/>
          <ac:cxnSpMkLst>
            <pc:docMk/>
            <pc:sldMk cId="1947086260" sldId="284"/>
            <ac:cxnSpMk id="3" creationId="{4A362741-DE1A-D674-161B-41E0FFE7BD9B}"/>
          </ac:cxnSpMkLst>
        </pc:cxnChg>
        <pc:cxnChg chg="add mod">
          <ac:chgData name="VISHAL ROY" userId="e5c49ba7f90d0416" providerId="LiveId" clId="{135F0010-4F93-4F42-AF25-C347FD38F14E}" dt="2026-04-04T12:41:17.792" v="3090" actId="13822"/>
          <ac:cxnSpMkLst>
            <pc:docMk/>
            <pc:sldMk cId="1947086260" sldId="284"/>
            <ac:cxnSpMk id="9" creationId="{6DFFD34C-F301-0295-26FA-BDA05C02E6BE}"/>
          </ac:cxnSpMkLst>
        </pc:cxnChg>
      </pc:sldChg>
      <pc:sldChg chg="addSp delSp modSp new mod">
        <pc:chgData name="VISHAL ROY" userId="e5c49ba7f90d0416" providerId="LiveId" clId="{135F0010-4F93-4F42-AF25-C347FD38F14E}" dt="2026-04-05T07:16:16.319" v="4152" actId="403"/>
        <pc:sldMkLst>
          <pc:docMk/>
          <pc:sldMk cId="4140878107" sldId="285"/>
        </pc:sldMkLst>
        <pc:spChg chg="add mod">
          <ac:chgData name="VISHAL ROY" userId="e5c49ba7f90d0416" providerId="LiveId" clId="{135F0010-4F93-4F42-AF25-C347FD38F14E}" dt="2026-04-04T20:40:41.354" v="3929" actId="1036"/>
          <ac:spMkLst>
            <pc:docMk/>
            <pc:sldMk cId="4140878107" sldId="285"/>
            <ac:spMk id="5" creationId="{61B8D44D-5368-5DE2-0A39-C705765F8689}"/>
          </ac:spMkLst>
        </pc:spChg>
        <pc:spChg chg="add mod">
          <ac:chgData name="VISHAL ROY" userId="e5c49ba7f90d0416" providerId="LiveId" clId="{135F0010-4F93-4F42-AF25-C347FD38F14E}" dt="2026-04-04T20:40:25.020" v="3917" actId="1035"/>
          <ac:spMkLst>
            <pc:docMk/>
            <pc:sldMk cId="4140878107" sldId="285"/>
            <ac:spMk id="6" creationId="{1B76349B-3BB2-97D1-2912-B03E3BE3BE85}"/>
          </ac:spMkLst>
        </pc:spChg>
        <pc:spChg chg="add mod">
          <ac:chgData name="VISHAL ROY" userId="e5c49ba7f90d0416" providerId="LiveId" clId="{135F0010-4F93-4F42-AF25-C347FD38F14E}" dt="2026-04-05T07:16:16.319" v="4152" actId="403"/>
          <ac:spMkLst>
            <pc:docMk/>
            <pc:sldMk cId="4140878107" sldId="285"/>
            <ac:spMk id="7" creationId="{119F0023-CB50-92CB-782F-23EF4B3D25C5}"/>
          </ac:spMkLst>
        </pc:spChg>
        <pc:spChg chg="add del mod">
          <ac:chgData name="VISHAL ROY" userId="e5c49ba7f90d0416" providerId="LiveId" clId="{135F0010-4F93-4F42-AF25-C347FD38F14E}" dt="2026-04-04T20:35:57.502" v="3894"/>
          <ac:spMkLst>
            <pc:docMk/>
            <pc:sldMk cId="4140878107" sldId="285"/>
            <ac:spMk id="9" creationId="{E63C846F-6286-1D0B-895D-61EFBAD93FBB}"/>
          </ac:spMkLst>
        </pc:spChg>
        <pc:spChg chg="add del">
          <ac:chgData name="VISHAL ROY" userId="e5c49ba7f90d0416" providerId="LiveId" clId="{135F0010-4F93-4F42-AF25-C347FD38F14E}" dt="2026-04-04T20:36:15.776" v="3899" actId="22"/>
          <ac:spMkLst>
            <pc:docMk/>
            <pc:sldMk cId="4140878107" sldId="285"/>
            <ac:spMk id="11" creationId="{B717FC83-F88C-C249-1FE2-A24718788BEC}"/>
          </ac:spMkLst>
        </pc:spChg>
        <pc:spChg chg="add del">
          <ac:chgData name="VISHAL ROY" userId="e5c49ba7f90d0416" providerId="LiveId" clId="{135F0010-4F93-4F42-AF25-C347FD38F14E}" dt="2026-04-04T20:36:55.253" v="3903" actId="22"/>
          <ac:spMkLst>
            <pc:docMk/>
            <pc:sldMk cId="4140878107" sldId="285"/>
            <ac:spMk id="13" creationId="{D2A9FE34-4A9B-769E-320C-101DB9777C07}"/>
          </ac:spMkLst>
        </pc:spChg>
        <pc:spChg chg="add mod">
          <ac:chgData name="VISHAL ROY" userId="e5c49ba7f90d0416" providerId="LiveId" clId="{135F0010-4F93-4F42-AF25-C347FD38F14E}" dt="2026-04-04T20:41:13.467" v="3936" actId="1076"/>
          <ac:spMkLst>
            <pc:docMk/>
            <pc:sldMk cId="4140878107" sldId="285"/>
            <ac:spMk id="15" creationId="{11CBAA06-5A88-F997-57D9-C2199D7362B6}"/>
          </ac:spMkLst>
        </pc:spChg>
        <pc:spChg chg="add mod">
          <ac:chgData name="VISHAL ROY" userId="e5c49ba7f90d0416" providerId="LiveId" clId="{135F0010-4F93-4F42-AF25-C347FD38F14E}" dt="2026-04-04T20:45:13.006" v="3988" actId="20577"/>
          <ac:spMkLst>
            <pc:docMk/>
            <pc:sldMk cId="4140878107" sldId="285"/>
            <ac:spMk id="17" creationId="{30EE3260-8765-44D3-D12F-6E796A01EF52}"/>
          </ac:spMkLst>
        </pc:spChg>
        <pc:picChg chg="add mod">
          <ac:chgData name="VISHAL ROY" userId="e5c49ba7f90d0416" providerId="LiveId" clId="{135F0010-4F93-4F42-AF25-C347FD38F14E}" dt="2026-04-04T20:40:14.473" v="3913" actId="1440"/>
          <ac:picMkLst>
            <pc:docMk/>
            <pc:sldMk cId="4140878107" sldId="285"/>
            <ac:picMk id="2" creationId="{DD02E43A-B158-7F21-B037-5317B95515E6}"/>
          </ac:picMkLst>
        </pc:picChg>
        <pc:picChg chg="add mod">
          <ac:chgData name="VISHAL ROY" userId="e5c49ba7f90d0416" providerId="LiveId" clId="{135F0010-4F93-4F42-AF25-C347FD38F14E}" dt="2026-04-04T20:41:25.592" v="3939" actId="14100"/>
          <ac:picMkLst>
            <pc:docMk/>
            <pc:sldMk cId="4140878107" sldId="285"/>
            <ac:picMk id="3" creationId="{F267314F-DF4D-A9DA-1EE8-934B146DF3A0}"/>
          </ac:picMkLst>
        </pc:picChg>
        <pc:cxnChg chg="add mod">
          <ac:chgData name="VISHAL ROY" userId="e5c49ba7f90d0416" providerId="LiveId" clId="{135F0010-4F93-4F42-AF25-C347FD38F14E}" dt="2026-04-04T20:45:46.208" v="3990" actId="14100"/>
          <ac:cxnSpMkLst>
            <pc:docMk/>
            <pc:sldMk cId="4140878107" sldId="285"/>
            <ac:cxnSpMk id="18" creationId="{07323548-22B5-720B-1B41-4FEA6B644FAC}"/>
          </ac:cxnSpMkLst>
        </pc:cxn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7B3C6F-78DA-48F2-8F2D-B29E0F3519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1E237C95-7136-4D04-A240-3CF37AD6E160}">
          <dgm:prSet custT="1"/>
          <dgm:spPr/>
          <dgm:t>
            <a:bodyPr/>
            <a:lstStyle/>
            <a:p>
              <a:r>
                <a:rPr lang="en-IN" sz="1800" dirty="0"/>
                <a:t>State defined as </a:t>
              </a:r>
              <a14:m>
                <m:oMath xmlns:m="http://schemas.openxmlformats.org/officeDocument/2006/math">
                  <m:sSub>
                    <m:sSubPr>
                      <m:ctrlPr>
                        <a:rPr lang="ar-AE" sz="180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AE" sz="1800" i="1">
                          <a:latin typeface="Cambria Math" panose="02040503050406030204" pitchFamily="18" charset="0"/>
                        </a:rPr>
                        <m:t>𝑋</m:t>
                      </m:r>
                    </m:e>
                    <m:sub>
                      <m:r>
                        <a:rPr lang="ar-AE" sz="1800" i="1">
                          <a:latin typeface="Cambria Math" panose="02040503050406030204" pitchFamily="18" charset="0"/>
                        </a:rPr>
                        <m:t>𝑡</m:t>
                      </m:r>
                    </m:sub>
                  </m:sSub>
                  <m:r>
                    <a:rPr lang="ar-AE" sz="1800" i="0">
                      <a:latin typeface="Cambria Math" panose="02040503050406030204" pitchFamily="18" charset="0"/>
                    </a:rPr>
                    <m:t>=</m:t>
                  </m:r>
                  <m:sSup>
                    <m:sSupPr>
                      <m:ctrlPr>
                        <a:rPr lang="ar-AE" sz="1800" i="1">
                          <a:latin typeface="Cambria Math" panose="02040503050406030204" pitchFamily="18" charset="0"/>
                        </a:rPr>
                      </m:ctrlPr>
                    </m:sSupPr>
                    <m:e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e>
                    <m:sup>
                      <m:r>
                        <a:rPr lang="ar-AE" sz="1800" i="1">
                          <a:latin typeface="Cambria Math" panose="02040503050406030204" pitchFamily="18" charset="0"/>
                        </a:rPr>
                        <m:t>𝑇</m:t>
                      </m:r>
                    </m:sup>
                  </m:sSup>
                </m:oMath>
              </a14:m>
              <a:r>
                <a:rPr lang="ar-AE" sz="1800" dirty="0"/>
                <a:t>→ </a:t>
              </a:r>
              <a:r>
                <a:rPr lang="en-IN" sz="1800" dirty="0"/>
                <a:t>estimates robot pose within a probabilistic SLAM framework </a:t>
              </a:r>
            </a:p>
          </dgm:t>
        </dgm:pt>
      </mc:Choice>
      <mc:Fallback xmlns="">
        <dgm:pt modelId="{1E237C95-7136-4D04-A240-3CF37AD6E160}">
          <dgm:prSet custT="1"/>
          <dgm:spPr/>
          <dgm:t>
            <a:bodyPr/>
            <a:lstStyle/>
            <a:p>
              <a:r>
                <a:rPr lang="en-IN" sz="1800" dirty="0"/>
                <a:t>State defined as </a:t>
              </a:r>
              <a:r>
                <a:rPr lang="ar-AE" sz="1800" i="0">
                  <a:latin typeface="Cambria Math" panose="02040503050406030204" pitchFamily="18" charset="0"/>
                </a:rPr>
                <a:t>𝑋_𝑡=[𝑥ⓜ,𝑦ⓜ,𝜃]^𝑇</a:t>
              </a:r>
              <a:r>
                <a:rPr lang="ar-AE" sz="1800" dirty="0"/>
                <a:t>→ </a:t>
              </a:r>
              <a:r>
                <a:rPr lang="en-IN" sz="1800" dirty="0"/>
                <a:t>estimates robot pose within a probabilistic SLAM framework </a:t>
              </a:r>
            </a:p>
          </dgm:t>
        </dgm:pt>
      </mc:Fallback>
    </mc:AlternateContent>
    <dgm:pt modelId="{4A16CD1F-C2DC-47F5-B3F9-9C9533995FF0}" type="parTrans" cxnId="{49E6C40D-3BED-48FB-B459-CD95CDC6200D}">
      <dgm:prSet/>
      <dgm:spPr/>
      <dgm:t>
        <a:bodyPr/>
        <a:lstStyle/>
        <a:p>
          <a:endParaRPr lang="en-IN"/>
        </a:p>
      </dgm:t>
    </dgm:pt>
    <dgm:pt modelId="{C3A5A237-9271-4D79-B030-DA3B6684E41C}" type="sibTrans" cxnId="{49E6C40D-3BED-48FB-B459-CD95CDC6200D}">
      <dgm:prSet/>
      <dgm:spPr/>
      <dgm:t>
        <a:bodyPr/>
        <a:lstStyle/>
        <a:p>
          <a:endParaRPr lang="en-IN"/>
        </a:p>
      </dgm:t>
    </dgm:pt>
    <dgm:pt modelId="{B1982C74-BEB4-4C67-94D8-ACD3748A7989}">
      <dgm:prSet custT="1"/>
      <dgm:spPr/>
      <dgm:t>
        <a:bodyPr/>
        <a:lstStyle/>
        <a:p>
          <a:r>
            <a:rPr lang="en-IN" sz="1600" dirty="0"/>
            <a:t>EKF fuses </a:t>
          </a:r>
          <a:r>
            <a:rPr lang="en-IN" sz="1600" b="1" dirty="0"/>
            <a:t>IMU + ToF + odometry</a:t>
          </a:r>
          <a:r>
            <a:rPr lang="en-IN" sz="1600" dirty="0"/>
            <a:t>, reducing noise via recursive prediction–correction w</a:t>
          </a:r>
          <a:r>
            <a:rPr lang="en-US" sz="1600" dirty="0"/>
            <a:t>here Q checks for errors like </a:t>
          </a:r>
          <a:r>
            <a:rPr lang="en-US" sz="1600" b="1" dirty="0"/>
            <a:t>wheel slip, actuator noise, unmodeled dynamics </a:t>
          </a:r>
          <a:r>
            <a:rPr lang="en-US" sz="1600" dirty="0"/>
            <a:t>and R </a:t>
          </a:r>
          <a:r>
            <a:rPr lang="en-IN" sz="1600" dirty="0"/>
            <a:t>Captures noise from </a:t>
          </a:r>
          <a:r>
            <a:rPr lang="en-IN" sz="1600" b="1" dirty="0"/>
            <a:t>IMU drift, ToF inaccuracies, sensor bias</a:t>
          </a:r>
          <a:endParaRPr lang="en-IN" sz="1600" dirty="0"/>
        </a:p>
      </dgm:t>
    </dgm:pt>
    <dgm:pt modelId="{F0F2A4B2-1D00-4F92-B175-37D9CCBE6852}" type="parTrans" cxnId="{AC515305-53D0-47A3-B8A1-4D126B279804}">
      <dgm:prSet/>
      <dgm:spPr/>
      <dgm:t>
        <a:bodyPr/>
        <a:lstStyle/>
        <a:p>
          <a:endParaRPr lang="en-IN"/>
        </a:p>
      </dgm:t>
    </dgm:pt>
    <dgm:pt modelId="{852F0F2C-1264-43EB-965E-8C885A9F0D2A}" type="sibTrans" cxnId="{AC515305-53D0-47A3-B8A1-4D126B279804}">
      <dgm:prSet/>
      <dgm:spPr/>
      <dgm:t>
        <a:bodyPr/>
        <a:lstStyle/>
        <a:p>
          <a:endParaRPr lang="en-IN"/>
        </a:p>
      </dgm:t>
    </dgm:pt>
    <dgm:pt modelId="{2AA2C643-572D-457B-B760-941A96DABF19}">
      <dgm:prSet custT="1"/>
      <dgm:spPr/>
      <dgm:t>
        <a:bodyPr/>
        <a:lstStyle/>
        <a:p>
          <a:r>
            <a:rPr lang="en-IN" sz="1600" dirty="0"/>
            <a:t>EKF provides </a:t>
          </a:r>
          <a:r>
            <a:rPr lang="en-IN" sz="1600" b="1" dirty="0"/>
            <a:t>smoother, bounded, and stable estimates</a:t>
          </a:r>
          <a:r>
            <a:rPr lang="en-IN" sz="1600" dirty="0"/>
            <a:t>, significantly improving trajectory accuracy over raw sensors</a:t>
          </a:r>
        </a:p>
      </dgm:t>
    </dgm:pt>
    <dgm:pt modelId="{CD232F5F-399D-42CB-90FB-435C057D6E76}" type="parTrans" cxnId="{0BCB52C5-9006-4C45-A06A-3FC2D9C6C01C}">
      <dgm:prSet/>
      <dgm:spPr/>
      <dgm:t>
        <a:bodyPr/>
        <a:lstStyle/>
        <a:p>
          <a:endParaRPr lang="en-IN"/>
        </a:p>
      </dgm:t>
    </dgm:pt>
    <dgm:pt modelId="{4AE0D400-0F60-4215-A0BA-37CA9EC02AA3}" type="sibTrans" cxnId="{0BCB52C5-9006-4C45-A06A-3FC2D9C6C01C}">
      <dgm:prSet/>
      <dgm:spPr/>
      <dgm:t>
        <a:bodyPr/>
        <a:lstStyle/>
        <a:p>
          <a:endParaRPr lang="en-IN"/>
        </a:p>
      </dgm:t>
    </dgm:pt>
    <dgm:pt modelId="{7DB0A681-2D15-4615-8441-84C71D88A400}" type="pres">
      <dgm:prSet presAssocID="{857B3C6F-78DA-48F2-8F2D-B29E0F3519CF}" presName="linear" presStyleCnt="0">
        <dgm:presLayoutVars>
          <dgm:animLvl val="lvl"/>
          <dgm:resizeHandles val="exact"/>
        </dgm:presLayoutVars>
      </dgm:prSet>
      <dgm:spPr/>
    </dgm:pt>
    <dgm:pt modelId="{E9AD74FD-A0CD-4E43-98FC-13D1C50CF9F9}" type="pres">
      <dgm:prSet presAssocID="{1E237C95-7136-4D04-A240-3CF37AD6E16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C6F5950-FFEA-4730-B39A-92920EAD7D33}" type="pres">
      <dgm:prSet presAssocID="{C3A5A237-9271-4D79-B030-DA3B6684E41C}" presName="spacer" presStyleCnt="0"/>
      <dgm:spPr/>
    </dgm:pt>
    <dgm:pt modelId="{BC8E2C3C-9C89-49A9-A30C-732C70043A15}" type="pres">
      <dgm:prSet presAssocID="{B1982C74-BEB4-4C67-94D8-ACD3748A798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9309605-9DE1-4541-B371-815A7C9A1731}" type="pres">
      <dgm:prSet presAssocID="{852F0F2C-1264-43EB-965E-8C885A9F0D2A}" presName="spacer" presStyleCnt="0"/>
      <dgm:spPr/>
    </dgm:pt>
    <dgm:pt modelId="{9ADED77D-0A4A-4CFA-A7A1-A21A4C262E08}" type="pres">
      <dgm:prSet presAssocID="{2AA2C643-572D-457B-B760-941A96DABF1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C515305-53D0-47A3-B8A1-4D126B279804}" srcId="{857B3C6F-78DA-48F2-8F2D-B29E0F3519CF}" destId="{B1982C74-BEB4-4C67-94D8-ACD3748A7989}" srcOrd="1" destOrd="0" parTransId="{F0F2A4B2-1D00-4F92-B175-37D9CCBE6852}" sibTransId="{852F0F2C-1264-43EB-965E-8C885A9F0D2A}"/>
    <dgm:cxn modelId="{49E6C40D-3BED-48FB-B459-CD95CDC6200D}" srcId="{857B3C6F-78DA-48F2-8F2D-B29E0F3519CF}" destId="{1E237C95-7136-4D04-A240-3CF37AD6E160}" srcOrd="0" destOrd="0" parTransId="{4A16CD1F-C2DC-47F5-B3F9-9C9533995FF0}" sibTransId="{C3A5A237-9271-4D79-B030-DA3B6684E41C}"/>
    <dgm:cxn modelId="{4EF51161-AF45-4708-B02D-8728886B1A22}" type="presOf" srcId="{2AA2C643-572D-457B-B760-941A96DABF19}" destId="{9ADED77D-0A4A-4CFA-A7A1-A21A4C262E08}" srcOrd="0" destOrd="0" presId="urn:microsoft.com/office/officeart/2005/8/layout/vList2"/>
    <dgm:cxn modelId="{0D36FC75-A050-41B3-9AB7-DF85983EB2DE}" type="presOf" srcId="{1E237C95-7136-4D04-A240-3CF37AD6E160}" destId="{E9AD74FD-A0CD-4E43-98FC-13D1C50CF9F9}" srcOrd="0" destOrd="0" presId="urn:microsoft.com/office/officeart/2005/8/layout/vList2"/>
    <dgm:cxn modelId="{83D91BAC-21D6-43C2-B269-D3E931A5A5DE}" type="presOf" srcId="{B1982C74-BEB4-4C67-94D8-ACD3748A7989}" destId="{BC8E2C3C-9C89-49A9-A30C-732C70043A15}" srcOrd="0" destOrd="0" presId="urn:microsoft.com/office/officeart/2005/8/layout/vList2"/>
    <dgm:cxn modelId="{0BCB52C5-9006-4C45-A06A-3FC2D9C6C01C}" srcId="{857B3C6F-78DA-48F2-8F2D-B29E0F3519CF}" destId="{2AA2C643-572D-457B-B760-941A96DABF19}" srcOrd="2" destOrd="0" parTransId="{CD232F5F-399D-42CB-90FB-435C057D6E76}" sibTransId="{4AE0D400-0F60-4215-A0BA-37CA9EC02AA3}"/>
    <dgm:cxn modelId="{6F9D5DD6-3B95-49D0-8D7F-F395D52BB964}" type="presOf" srcId="{857B3C6F-78DA-48F2-8F2D-B29E0F3519CF}" destId="{7DB0A681-2D15-4615-8441-84C71D88A400}" srcOrd="0" destOrd="0" presId="urn:microsoft.com/office/officeart/2005/8/layout/vList2"/>
    <dgm:cxn modelId="{0E590550-38A1-4FCB-B4D5-9BB4E26B0580}" type="presParOf" srcId="{7DB0A681-2D15-4615-8441-84C71D88A400}" destId="{E9AD74FD-A0CD-4E43-98FC-13D1C50CF9F9}" srcOrd="0" destOrd="0" presId="urn:microsoft.com/office/officeart/2005/8/layout/vList2"/>
    <dgm:cxn modelId="{683E9C5E-9522-4C13-ACC2-C3665BBF5A73}" type="presParOf" srcId="{7DB0A681-2D15-4615-8441-84C71D88A400}" destId="{8C6F5950-FFEA-4730-B39A-92920EAD7D33}" srcOrd="1" destOrd="0" presId="urn:microsoft.com/office/officeart/2005/8/layout/vList2"/>
    <dgm:cxn modelId="{B5A6348D-83EA-4004-8462-A307A173265E}" type="presParOf" srcId="{7DB0A681-2D15-4615-8441-84C71D88A400}" destId="{BC8E2C3C-9C89-49A9-A30C-732C70043A15}" srcOrd="2" destOrd="0" presId="urn:microsoft.com/office/officeart/2005/8/layout/vList2"/>
    <dgm:cxn modelId="{E23A34B5-A05F-442F-8C25-A75A1399D51A}" type="presParOf" srcId="{7DB0A681-2D15-4615-8441-84C71D88A400}" destId="{39309605-9DE1-4541-B371-815A7C9A1731}" srcOrd="3" destOrd="0" presId="urn:microsoft.com/office/officeart/2005/8/layout/vList2"/>
    <dgm:cxn modelId="{A4CCAE90-1B7D-498D-A389-77D87116320D}" type="presParOf" srcId="{7DB0A681-2D15-4615-8441-84C71D88A400}" destId="{9ADED77D-0A4A-4CFA-A7A1-A21A4C262E0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7B3C6F-78DA-48F2-8F2D-B29E0F3519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E237C95-7136-4D04-A240-3CF37AD6E160}">
      <dgm:prSet custT="1"/>
      <dgm:spPr>
        <a:blipFill>
          <a:blip xmlns:r="http://schemas.openxmlformats.org/officeDocument/2006/relationships" r:embed="rId1"/>
          <a:stretch>
            <a:fillRect l="-446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4A16CD1F-C2DC-47F5-B3F9-9C9533995FF0}" type="parTrans" cxnId="{49E6C40D-3BED-48FB-B459-CD95CDC6200D}">
      <dgm:prSet/>
      <dgm:spPr/>
      <dgm:t>
        <a:bodyPr/>
        <a:lstStyle/>
        <a:p>
          <a:endParaRPr lang="en-IN"/>
        </a:p>
      </dgm:t>
    </dgm:pt>
    <dgm:pt modelId="{C3A5A237-9271-4D79-B030-DA3B6684E41C}" type="sibTrans" cxnId="{49E6C40D-3BED-48FB-B459-CD95CDC6200D}">
      <dgm:prSet/>
      <dgm:spPr/>
      <dgm:t>
        <a:bodyPr/>
        <a:lstStyle/>
        <a:p>
          <a:endParaRPr lang="en-IN"/>
        </a:p>
      </dgm:t>
    </dgm:pt>
    <dgm:pt modelId="{B1982C74-BEB4-4C67-94D8-ACD3748A7989}">
      <dgm:prSet custT="1"/>
      <dgm:spPr/>
      <dgm:t>
        <a:bodyPr/>
        <a:lstStyle/>
        <a:p>
          <a:r>
            <a:rPr lang="en-IN" sz="1600" dirty="0"/>
            <a:t>EKF fuses </a:t>
          </a:r>
          <a:r>
            <a:rPr lang="en-IN" sz="1600" b="1" dirty="0"/>
            <a:t>IMU + </a:t>
          </a:r>
          <a:r>
            <a:rPr lang="en-IN" sz="1600" b="1" dirty="0" err="1"/>
            <a:t>ToF</a:t>
          </a:r>
          <a:r>
            <a:rPr lang="en-IN" sz="1600" b="1" dirty="0"/>
            <a:t> + odometry</a:t>
          </a:r>
          <a:r>
            <a:rPr lang="en-IN" sz="1600" dirty="0"/>
            <a:t>, reducing noise via recursive prediction–correction w</a:t>
          </a:r>
          <a:r>
            <a:rPr lang="en-US" sz="1600" dirty="0"/>
            <a:t>here Q checks for errors like </a:t>
          </a:r>
          <a:r>
            <a:rPr lang="en-US" sz="1600" b="1" dirty="0"/>
            <a:t>wheel slip, actuator noise, unmodeled dynamics </a:t>
          </a:r>
          <a:r>
            <a:rPr lang="en-US" sz="1600" dirty="0"/>
            <a:t>and R </a:t>
          </a:r>
          <a:r>
            <a:rPr lang="en-IN" sz="1600" dirty="0"/>
            <a:t>Captures noise from </a:t>
          </a:r>
          <a:r>
            <a:rPr lang="en-IN" sz="1600" b="1" dirty="0"/>
            <a:t>IMU drift, </a:t>
          </a:r>
          <a:r>
            <a:rPr lang="en-IN" sz="1600" b="1" dirty="0" err="1"/>
            <a:t>ToF</a:t>
          </a:r>
          <a:r>
            <a:rPr lang="en-IN" sz="1600" b="1" dirty="0"/>
            <a:t> inaccuracies, sensor bias</a:t>
          </a:r>
          <a:endParaRPr lang="en-IN" sz="1600" dirty="0"/>
        </a:p>
      </dgm:t>
    </dgm:pt>
    <dgm:pt modelId="{F0F2A4B2-1D00-4F92-B175-37D9CCBE6852}" type="parTrans" cxnId="{AC515305-53D0-47A3-B8A1-4D126B279804}">
      <dgm:prSet/>
      <dgm:spPr/>
      <dgm:t>
        <a:bodyPr/>
        <a:lstStyle/>
        <a:p>
          <a:endParaRPr lang="en-IN"/>
        </a:p>
      </dgm:t>
    </dgm:pt>
    <dgm:pt modelId="{852F0F2C-1264-43EB-965E-8C885A9F0D2A}" type="sibTrans" cxnId="{AC515305-53D0-47A3-B8A1-4D126B279804}">
      <dgm:prSet/>
      <dgm:spPr/>
      <dgm:t>
        <a:bodyPr/>
        <a:lstStyle/>
        <a:p>
          <a:endParaRPr lang="en-IN"/>
        </a:p>
      </dgm:t>
    </dgm:pt>
    <dgm:pt modelId="{2AA2C643-572D-457B-B760-941A96DABF19}">
      <dgm:prSet custT="1"/>
      <dgm:spPr/>
      <dgm:t>
        <a:bodyPr/>
        <a:lstStyle/>
        <a:p>
          <a:r>
            <a:rPr lang="en-IN" sz="1600" dirty="0"/>
            <a:t>EKF provides </a:t>
          </a:r>
          <a:r>
            <a:rPr lang="en-IN" sz="1600" b="1" dirty="0"/>
            <a:t>smoother, bounded, and stable estimates</a:t>
          </a:r>
          <a:r>
            <a:rPr lang="en-IN" sz="1600" dirty="0"/>
            <a:t>, significantly improving trajectory accuracy over raw sensors</a:t>
          </a:r>
        </a:p>
      </dgm:t>
    </dgm:pt>
    <dgm:pt modelId="{CD232F5F-399D-42CB-90FB-435C057D6E76}" type="parTrans" cxnId="{0BCB52C5-9006-4C45-A06A-3FC2D9C6C01C}">
      <dgm:prSet/>
      <dgm:spPr/>
      <dgm:t>
        <a:bodyPr/>
        <a:lstStyle/>
        <a:p>
          <a:endParaRPr lang="en-IN"/>
        </a:p>
      </dgm:t>
    </dgm:pt>
    <dgm:pt modelId="{4AE0D400-0F60-4215-A0BA-37CA9EC02AA3}" type="sibTrans" cxnId="{0BCB52C5-9006-4C45-A06A-3FC2D9C6C01C}">
      <dgm:prSet/>
      <dgm:spPr/>
      <dgm:t>
        <a:bodyPr/>
        <a:lstStyle/>
        <a:p>
          <a:endParaRPr lang="en-IN"/>
        </a:p>
      </dgm:t>
    </dgm:pt>
    <dgm:pt modelId="{7DB0A681-2D15-4615-8441-84C71D88A400}" type="pres">
      <dgm:prSet presAssocID="{857B3C6F-78DA-48F2-8F2D-B29E0F3519CF}" presName="linear" presStyleCnt="0">
        <dgm:presLayoutVars>
          <dgm:animLvl val="lvl"/>
          <dgm:resizeHandles val="exact"/>
        </dgm:presLayoutVars>
      </dgm:prSet>
      <dgm:spPr/>
    </dgm:pt>
    <dgm:pt modelId="{E9AD74FD-A0CD-4E43-98FC-13D1C50CF9F9}" type="pres">
      <dgm:prSet presAssocID="{1E237C95-7136-4D04-A240-3CF37AD6E16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C6F5950-FFEA-4730-B39A-92920EAD7D33}" type="pres">
      <dgm:prSet presAssocID="{C3A5A237-9271-4D79-B030-DA3B6684E41C}" presName="spacer" presStyleCnt="0"/>
      <dgm:spPr/>
    </dgm:pt>
    <dgm:pt modelId="{BC8E2C3C-9C89-49A9-A30C-732C70043A15}" type="pres">
      <dgm:prSet presAssocID="{B1982C74-BEB4-4C67-94D8-ACD3748A798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9309605-9DE1-4541-B371-815A7C9A1731}" type="pres">
      <dgm:prSet presAssocID="{852F0F2C-1264-43EB-965E-8C885A9F0D2A}" presName="spacer" presStyleCnt="0"/>
      <dgm:spPr/>
    </dgm:pt>
    <dgm:pt modelId="{9ADED77D-0A4A-4CFA-A7A1-A21A4C262E08}" type="pres">
      <dgm:prSet presAssocID="{2AA2C643-572D-457B-B760-941A96DABF1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C515305-53D0-47A3-B8A1-4D126B279804}" srcId="{857B3C6F-78DA-48F2-8F2D-B29E0F3519CF}" destId="{B1982C74-BEB4-4C67-94D8-ACD3748A7989}" srcOrd="1" destOrd="0" parTransId="{F0F2A4B2-1D00-4F92-B175-37D9CCBE6852}" sibTransId="{852F0F2C-1264-43EB-965E-8C885A9F0D2A}"/>
    <dgm:cxn modelId="{49E6C40D-3BED-48FB-B459-CD95CDC6200D}" srcId="{857B3C6F-78DA-48F2-8F2D-B29E0F3519CF}" destId="{1E237C95-7136-4D04-A240-3CF37AD6E160}" srcOrd="0" destOrd="0" parTransId="{4A16CD1F-C2DC-47F5-B3F9-9C9533995FF0}" sibTransId="{C3A5A237-9271-4D79-B030-DA3B6684E41C}"/>
    <dgm:cxn modelId="{4EF51161-AF45-4708-B02D-8728886B1A22}" type="presOf" srcId="{2AA2C643-572D-457B-B760-941A96DABF19}" destId="{9ADED77D-0A4A-4CFA-A7A1-A21A4C262E08}" srcOrd="0" destOrd="0" presId="urn:microsoft.com/office/officeart/2005/8/layout/vList2"/>
    <dgm:cxn modelId="{0D36FC75-A050-41B3-9AB7-DF85983EB2DE}" type="presOf" srcId="{1E237C95-7136-4D04-A240-3CF37AD6E160}" destId="{E9AD74FD-A0CD-4E43-98FC-13D1C50CF9F9}" srcOrd="0" destOrd="0" presId="urn:microsoft.com/office/officeart/2005/8/layout/vList2"/>
    <dgm:cxn modelId="{83D91BAC-21D6-43C2-B269-D3E931A5A5DE}" type="presOf" srcId="{B1982C74-BEB4-4C67-94D8-ACD3748A7989}" destId="{BC8E2C3C-9C89-49A9-A30C-732C70043A15}" srcOrd="0" destOrd="0" presId="urn:microsoft.com/office/officeart/2005/8/layout/vList2"/>
    <dgm:cxn modelId="{0BCB52C5-9006-4C45-A06A-3FC2D9C6C01C}" srcId="{857B3C6F-78DA-48F2-8F2D-B29E0F3519CF}" destId="{2AA2C643-572D-457B-B760-941A96DABF19}" srcOrd="2" destOrd="0" parTransId="{CD232F5F-399D-42CB-90FB-435C057D6E76}" sibTransId="{4AE0D400-0F60-4215-A0BA-37CA9EC02AA3}"/>
    <dgm:cxn modelId="{6F9D5DD6-3B95-49D0-8D7F-F395D52BB964}" type="presOf" srcId="{857B3C6F-78DA-48F2-8F2D-B29E0F3519CF}" destId="{7DB0A681-2D15-4615-8441-84C71D88A400}" srcOrd="0" destOrd="0" presId="urn:microsoft.com/office/officeart/2005/8/layout/vList2"/>
    <dgm:cxn modelId="{0E590550-38A1-4FCB-B4D5-9BB4E26B0580}" type="presParOf" srcId="{7DB0A681-2D15-4615-8441-84C71D88A400}" destId="{E9AD74FD-A0CD-4E43-98FC-13D1C50CF9F9}" srcOrd="0" destOrd="0" presId="urn:microsoft.com/office/officeart/2005/8/layout/vList2"/>
    <dgm:cxn modelId="{683E9C5E-9522-4C13-ACC2-C3665BBF5A73}" type="presParOf" srcId="{7DB0A681-2D15-4615-8441-84C71D88A400}" destId="{8C6F5950-FFEA-4730-B39A-92920EAD7D33}" srcOrd="1" destOrd="0" presId="urn:microsoft.com/office/officeart/2005/8/layout/vList2"/>
    <dgm:cxn modelId="{B5A6348D-83EA-4004-8462-A307A173265E}" type="presParOf" srcId="{7DB0A681-2D15-4615-8441-84C71D88A400}" destId="{BC8E2C3C-9C89-49A9-A30C-732C70043A15}" srcOrd="2" destOrd="0" presId="urn:microsoft.com/office/officeart/2005/8/layout/vList2"/>
    <dgm:cxn modelId="{E23A34B5-A05F-442F-8C25-A75A1399D51A}" type="presParOf" srcId="{7DB0A681-2D15-4615-8441-84C71D88A400}" destId="{39309605-9DE1-4541-B371-815A7C9A1731}" srcOrd="3" destOrd="0" presId="urn:microsoft.com/office/officeart/2005/8/layout/vList2"/>
    <dgm:cxn modelId="{A4CCAE90-1B7D-498D-A389-77D87116320D}" type="presParOf" srcId="{7DB0A681-2D15-4615-8441-84C71D88A400}" destId="{9ADED77D-0A4A-4CFA-A7A1-A21A4C262E0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D74FD-A0CD-4E43-98FC-13D1C50CF9F9}">
      <dsp:nvSpPr>
        <dsp:cNvPr id="0" name=""/>
        <dsp:cNvSpPr/>
      </dsp:nvSpPr>
      <dsp:spPr>
        <a:xfrm>
          <a:off x="0" y="1247"/>
          <a:ext cx="5450098" cy="9452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State defined as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ar-AE" sz="180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ar-AE" sz="1800" i="1" kern="1200">
                      <a:latin typeface="Cambria Math" panose="02040503050406030204" pitchFamily="18" charset="0"/>
                    </a:rPr>
                    <m:t>𝑋</m:t>
                  </m:r>
                </m:e>
                <m:sub>
                  <m:r>
                    <a:rPr lang="ar-AE" sz="1800" i="1" kern="1200">
                      <a:latin typeface="Cambria Math" panose="02040503050406030204" pitchFamily="18" charset="0"/>
                    </a:rPr>
                    <m:t>𝑡</m:t>
                  </m:r>
                </m:sub>
              </m:sSub>
              <m:r>
                <a:rPr lang="ar-AE" sz="1800" i="0" kern="1200">
                  <a:latin typeface="Cambria Math" panose="02040503050406030204" pitchFamily="18" charset="0"/>
                </a:rPr>
                <m:t>=</m:t>
              </m:r>
              <m:sSup>
                <m:sSupPr>
                  <m:ctrlPr>
                    <a:rPr lang="ar-AE" sz="1800" i="1" kern="1200">
                      <a:latin typeface="Cambria Math" panose="02040503050406030204" pitchFamily="18" charset="0"/>
                    </a:rPr>
                  </m:ctrlPr>
                </m:sSupPr>
                <m:e>
                  <m:d>
                    <m:dPr>
                      <m:begChr m:val="["/>
                      <m:endChr m:val="]"/>
                      <m:sepChr m:val=","/>
                      <m:ctrlPr>
                        <a:rPr lang="ar-AE" sz="1800" i="1" kern="120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ar-AE" sz="1800" i="1" kern="1200">
                          <a:latin typeface="Cambria Math" panose="02040503050406030204" pitchFamily="18" charset="0"/>
                        </a:rPr>
                        <m:t>𝑥</m:t>
                      </m:r>
                    </m:e>
                    <m:e>
                      <m:r>
                        <a:rPr lang="ar-AE" sz="1800" i="1" kern="1200">
                          <a:latin typeface="Cambria Math" panose="02040503050406030204" pitchFamily="18" charset="0"/>
                        </a:rPr>
                        <m:t>𝑦</m:t>
                      </m:r>
                    </m:e>
                    <m:e>
                      <m:r>
                        <a:rPr lang="ar-AE" sz="1800" i="1" kern="1200">
                          <a:latin typeface="Cambria Math" panose="02040503050406030204" pitchFamily="18" charset="0"/>
                        </a:rPr>
                        <m:t>𝜃</m:t>
                      </m:r>
                    </m:e>
                  </m:d>
                </m:e>
                <m:sup>
                  <m:r>
                    <a:rPr lang="ar-AE" sz="1800" i="1" kern="1200">
                      <a:latin typeface="Cambria Math" panose="02040503050406030204" pitchFamily="18" charset="0"/>
                    </a:rPr>
                    <m:t>𝑇</m:t>
                  </m:r>
                </m:sup>
              </m:sSup>
            </m:oMath>
          </a14:m>
          <a:r>
            <a:rPr lang="ar-AE" sz="1800" kern="1200" dirty="0"/>
            <a:t>→ </a:t>
          </a:r>
          <a:r>
            <a:rPr lang="en-IN" sz="1800" kern="1200" dirty="0"/>
            <a:t>estimates robot pose within a probabilistic SLAM framework </a:t>
          </a:r>
        </a:p>
      </dsp:txBody>
      <dsp:txXfrm>
        <a:off x="46144" y="47391"/>
        <a:ext cx="5357810" cy="852981"/>
      </dsp:txXfrm>
    </dsp:sp>
    <dsp:sp modelId="{BC8E2C3C-9C89-49A9-A30C-732C70043A15}">
      <dsp:nvSpPr>
        <dsp:cNvPr id="0" name=""/>
        <dsp:cNvSpPr/>
      </dsp:nvSpPr>
      <dsp:spPr>
        <a:xfrm>
          <a:off x="0" y="958526"/>
          <a:ext cx="5450098" cy="9452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EKF fuses </a:t>
          </a:r>
          <a:r>
            <a:rPr lang="en-IN" sz="1600" b="1" kern="1200" dirty="0"/>
            <a:t>IMU + ToF + odometry</a:t>
          </a:r>
          <a:r>
            <a:rPr lang="en-IN" sz="1600" kern="1200" dirty="0"/>
            <a:t>, reducing noise via recursive prediction–correction w</a:t>
          </a:r>
          <a:r>
            <a:rPr lang="en-US" sz="1600" kern="1200" dirty="0"/>
            <a:t>here Q checks for errors like </a:t>
          </a:r>
          <a:r>
            <a:rPr lang="en-US" sz="1600" b="1" kern="1200" dirty="0"/>
            <a:t>wheel slip, actuator noise, unmodeled dynamics </a:t>
          </a:r>
          <a:r>
            <a:rPr lang="en-US" sz="1600" kern="1200" dirty="0"/>
            <a:t>and R </a:t>
          </a:r>
          <a:r>
            <a:rPr lang="en-IN" sz="1600" kern="1200" dirty="0"/>
            <a:t>Captures noise from </a:t>
          </a:r>
          <a:r>
            <a:rPr lang="en-IN" sz="1600" b="1" kern="1200" dirty="0"/>
            <a:t>IMU drift, ToF inaccuracies, sensor bias</a:t>
          </a:r>
          <a:endParaRPr lang="en-IN" sz="1600" kern="1200" dirty="0"/>
        </a:p>
      </dsp:txBody>
      <dsp:txXfrm>
        <a:off x="46144" y="1004670"/>
        <a:ext cx="5357810" cy="852981"/>
      </dsp:txXfrm>
    </dsp:sp>
    <dsp:sp modelId="{9ADED77D-0A4A-4CFA-A7A1-A21A4C262E08}">
      <dsp:nvSpPr>
        <dsp:cNvPr id="0" name=""/>
        <dsp:cNvSpPr/>
      </dsp:nvSpPr>
      <dsp:spPr>
        <a:xfrm>
          <a:off x="0" y="1915804"/>
          <a:ext cx="5450098" cy="9452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EKF provides </a:t>
          </a:r>
          <a:r>
            <a:rPr lang="en-IN" sz="1600" b="1" kern="1200" dirty="0"/>
            <a:t>smoother, bounded, and stable estimates</a:t>
          </a:r>
          <a:r>
            <a:rPr lang="en-IN" sz="1600" kern="1200" dirty="0"/>
            <a:t>, significantly improving trajectory accuracy over raw sensors</a:t>
          </a:r>
        </a:p>
      </dsp:txBody>
      <dsp:txXfrm>
        <a:off x="46144" y="1961948"/>
        <a:ext cx="5357810" cy="8529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29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1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10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10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10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E3A4986D-980C-BF39-A42B-B3DD20C812C7}"/>
              </a:ext>
            </a:extLst>
          </p:cNvPr>
          <p:cNvSpPr/>
          <p:nvPr/>
        </p:nvSpPr>
        <p:spPr>
          <a:xfrm>
            <a:off x="4554433" y="3118563"/>
            <a:ext cx="4961445" cy="1962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3200" b="1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  <a:cs typeface="Heebo" pitchFamily="34" charset="-120"/>
              </a:rPr>
              <a:t>Vishal Roy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  <a:cs typeface="Heebo" pitchFamily="34" charset="-120"/>
              </a:rPr>
              <a:t>12022002011065</a:t>
            </a:r>
          </a:p>
          <a:p>
            <a:pPr algn="ctr">
              <a:lnSpc>
                <a:spcPts val="2850"/>
              </a:lnSpc>
            </a:pPr>
            <a:endParaRPr lang="en-US" sz="2400" dirty="0">
              <a:solidFill>
                <a:srgbClr val="000000"/>
              </a:solidFill>
              <a:latin typeface="Arial Narrow" panose="020B0606020202030204" pitchFamily="34" charset="0"/>
              <a:ea typeface="Cambria Math" panose="02040503050406030204" pitchFamily="18" charset="0"/>
              <a:cs typeface="Heebo" pitchFamily="34" charset="-120"/>
            </a:endParaRPr>
          </a:p>
          <a:p>
            <a:pPr algn="ctr">
              <a:lnSpc>
                <a:spcPts val="2850"/>
              </a:lnSpc>
            </a:pPr>
            <a:r>
              <a:rPr 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  <a:cs typeface="Heebo" pitchFamily="34" charset="-120"/>
              </a:rPr>
              <a:t>Co-Guide: </a:t>
            </a:r>
            <a:r>
              <a:rPr lang="en-US" sz="2400" b="1" dirty="0">
                <a:solidFill>
                  <a:srgbClr val="000000"/>
                </a:solidFill>
                <a:latin typeface="Arial Narrow" panose="020B0606020202030204" pitchFamily="34" charset="0"/>
                <a:ea typeface="Cambria Math" panose="02040503050406030204" pitchFamily="18" charset="0"/>
                <a:cs typeface="Heebo" pitchFamily="34" charset="-120"/>
              </a:rPr>
              <a:t>Prof.(Dr.) Deepro Sen</a:t>
            </a:r>
          </a:p>
          <a:p>
            <a:pPr algn="ctr">
              <a:lnSpc>
                <a:spcPts val="2850"/>
              </a:lnSpc>
            </a:pPr>
            <a:endParaRPr lang="en-US" sz="2400" b="1" dirty="0">
              <a:solidFill>
                <a:srgbClr val="000000"/>
              </a:solidFill>
              <a:latin typeface="Arial Narrow" panose="020B0606020202030204" pitchFamily="34" charset="0"/>
              <a:ea typeface="Cambria Math" panose="02040503050406030204" pitchFamily="18" charset="0"/>
              <a:cs typeface="Heebo" pitchFamily="34" charset="-120"/>
            </a:endParaRPr>
          </a:p>
          <a:p>
            <a:pPr algn="ctr">
              <a:lnSpc>
                <a:spcPts val="2850"/>
              </a:lnSpc>
            </a:pPr>
            <a:r>
              <a:rPr lang="en-IN" sz="2400" dirty="0">
                <a:latin typeface="Arial Narrow" panose="020B0606020202030204" pitchFamily="34" charset="0"/>
                <a:ea typeface="Cambria Math" panose="02040503050406030204" pitchFamily="18" charset="0"/>
                <a:cs typeface="Dubai" panose="020B0503030403030204" pitchFamily="34" charset="-78"/>
              </a:rPr>
              <a:t>Under the Guidance of : </a:t>
            </a:r>
          </a:p>
          <a:p>
            <a:pPr algn="ctr">
              <a:lnSpc>
                <a:spcPts val="2850"/>
              </a:lnSpc>
            </a:pPr>
            <a:r>
              <a:rPr lang="en-IN" sz="2400" b="1" dirty="0">
                <a:latin typeface="Arial Narrow" panose="020B0606020202030204" pitchFamily="34" charset="0"/>
                <a:ea typeface="Cambria Math" panose="02040503050406030204" pitchFamily="18" charset="0"/>
              </a:rPr>
              <a:t>Dr. R.K. Jain</a:t>
            </a:r>
            <a:r>
              <a:rPr lang="en-IN" sz="2400" dirty="0">
                <a:latin typeface="Arial Narrow" panose="020B0606020202030204" pitchFamily="34" charset="0"/>
                <a:ea typeface="Cambria Math" panose="02040503050406030204" pitchFamily="18" charset="0"/>
              </a:rPr>
              <a:t>, </a:t>
            </a:r>
            <a:r>
              <a:rPr lang="en-IN" sz="2400" b="1" dirty="0">
                <a:latin typeface="Arial Narrow" panose="020B0606020202030204" pitchFamily="34" charset="0"/>
                <a:ea typeface="Cambria Math" panose="02040503050406030204" pitchFamily="18" charset="0"/>
              </a:rPr>
              <a:t>Sr. Principal Scientist</a:t>
            </a:r>
          </a:p>
          <a:p>
            <a:pPr algn="ctr"/>
            <a:r>
              <a:rPr lang="en-US" sz="2400" dirty="0"/>
              <a:t>Intelligent System Engineering Group, CSIR-CMERI</a:t>
            </a:r>
            <a:endParaRPr lang="en-IN" sz="3200" dirty="0">
              <a:latin typeface="Arial Narrow" panose="020B0606020202030204" pitchFamily="34" charset="0"/>
              <a:ea typeface="Cambria Math" panose="020405030504060302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0B0DD8-715B-052E-43E6-5CD963428D66}"/>
              </a:ext>
            </a:extLst>
          </p:cNvPr>
          <p:cNvSpPr/>
          <p:nvPr/>
        </p:nvSpPr>
        <p:spPr>
          <a:xfrm>
            <a:off x="5302806" y="6181091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endParaRPr lang="en-US" sz="1750" dirty="0">
              <a:latin typeface="Arial Narrow" panose="020B0606020202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516E83-D35F-97F2-E1F6-7784C11C8798}"/>
              </a:ext>
            </a:extLst>
          </p:cNvPr>
          <p:cNvSpPr/>
          <p:nvPr/>
        </p:nvSpPr>
        <p:spPr>
          <a:xfrm>
            <a:off x="12687300" y="7442428"/>
            <a:ext cx="1932709" cy="751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D14C68-4455-F5F0-92B8-0E12C57122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3967" y="371751"/>
            <a:ext cx="1782360" cy="17376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24F32E-683E-8F02-DB97-9E735D6D3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59" y="6592491"/>
            <a:ext cx="1654299" cy="132343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7C02F5A-787E-BCB3-499C-45BF0CB99C9F}"/>
              </a:ext>
            </a:extLst>
          </p:cNvPr>
          <p:cNvSpPr/>
          <p:nvPr/>
        </p:nvSpPr>
        <p:spPr>
          <a:xfrm>
            <a:off x="2919160" y="6593670"/>
            <a:ext cx="879207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Department of Electrical Engineering </a:t>
            </a:r>
          </a:p>
          <a:p>
            <a:pPr algn="ctr"/>
            <a:r>
              <a:rPr lang="en-GB" sz="2400" b="1" dirty="0"/>
              <a:t>Institute of Engineering &amp; Management, Kolkata </a:t>
            </a:r>
          </a:p>
          <a:p>
            <a:pPr algn="ctr"/>
            <a:r>
              <a:rPr lang="en-GB" sz="2400" b="1" dirty="0"/>
              <a:t>Maulana Abul Kalam Azad University of Technology, West Bengal </a:t>
            </a:r>
          </a:p>
          <a:p>
            <a:pPr algn="ctr"/>
            <a:r>
              <a:rPr lang="en-GB" sz="2400" b="1" dirty="0"/>
              <a:t>2026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6E647C7-496A-51C4-E84D-3A61CECAC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8341" y="6543994"/>
            <a:ext cx="1381846" cy="13818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5E63C04-9088-E828-9FE1-04C65037368C}"/>
              </a:ext>
            </a:extLst>
          </p:cNvPr>
          <p:cNvSpPr txBox="1"/>
          <p:nvPr/>
        </p:nvSpPr>
        <p:spPr>
          <a:xfrm>
            <a:off x="1928855" y="445988"/>
            <a:ext cx="10524329" cy="194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effectLst/>
              </a:rPr>
              <a:t>RL-Enhanced Stochastic State Estimation Framework with EKF-PID Control for Efficient Mapping in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effectLst/>
              </a:rPr>
              <a:t>Low-Cost Swarm </a:t>
            </a:r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/>
              </a:rPr>
              <a:t>Robotic Systems </a:t>
            </a:r>
            <a:endParaRPr lang="en-IN" sz="3600" b="1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7F7AE9-95C9-4506-39A8-9C9E371BC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64934"/>
            <a:ext cx="2257063" cy="2257063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5EB3C4B-F537-2B93-11D7-2F43FAC5F2B5}"/>
              </a:ext>
            </a:extLst>
          </p:cNvPr>
          <p:cNvCxnSpPr/>
          <p:nvPr/>
        </p:nvCxnSpPr>
        <p:spPr>
          <a:xfrm>
            <a:off x="2288235" y="6494318"/>
            <a:ext cx="981717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8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6CDA46-CB30-5211-C564-A3012FC45811}"/>
              </a:ext>
            </a:extLst>
          </p:cNvPr>
          <p:cNvSpPr/>
          <p:nvPr/>
        </p:nvSpPr>
        <p:spPr>
          <a:xfrm>
            <a:off x="648318" y="1852494"/>
            <a:ext cx="21260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>
              <a:latin typeface="Arial Narrow" panose="020B060602020203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693C17-6A27-A017-838D-0B75AF070FD5}"/>
              </a:ext>
            </a:extLst>
          </p:cNvPr>
          <p:cNvSpPr/>
          <p:nvPr/>
        </p:nvSpPr>
        <p:spPr>
          <a:xfrm>
            <a:off x="793790" y="2145625"/>
            <a:ext cx="2313092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FF"/>
                </a:solidFill>
                <a:latin typeface="Arial Narrow" panose="020B0606020202030204" pitchFamily="34" charset="0"/>
              </a:rPr>
              <a:t>Contents: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37658D-7CE7-D817-897E-2F51C7E9B1EB}"/>
              </a:ext>
            </a:extLst>
          </p:cNvPr>
          <p:cNvSpPr/>
          <p:nvPr/>
        </p:nvSpPr>
        <p:spPr>
          <a:xfrm>
            <a:off x="12687300" y="7442428"/>
            <a:ext cx="1932709" cy="751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BBDEB4-4FA5-92B7-514D-8433FADAEBC0}"/>
              </a:ext>
            </a:extLst>
          </p:cNvPr>
          <p:cNvSpPr/>
          <p:nvPr/>
        </p:nvSpPr>
        <p:spPr>
          <a:xfrm>
            <a:off x="5101936" y="0"/>
            <a:ext cx="9528463" cy="8229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F726A0-1F3A-9FB6-D373-7636A615CC83}"/>
              </a:ext>
            </a:extLst>
          </p:cNvPr>
          <p:cNvCxnSpPr>
            <a:cxnSpLocks/>
          </p:cNvCxnSpPr>
          <p:nvPr/>
        </p:nvCxnSpPr>
        <p:spPr>
          <a:xfrm>
            <a:off x="793790" y="803025"/>
            <a:ext cx="128598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3C7A93-B634-DBE6-866C-73099D24F42D}"/>
              </a:ext>
            </a:extLst>
          </p:cNvPr>
          <p:cNvSpPr txBox="1"/>
          <p:nvPr/>
        </p:nvSpPr>
        <p:spPr>
          <a:xfrm>
            <a:off x="6069869" y="2058933"/>
            <a:ext cx="733440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0000FF"/>
              </a:buClr>
              <a:buFont typeface="+mj-lt"/>
              <a:buAutoNum type="arabicPeriod"/>
            </a:pPr>
            <a:r>
              <a:rPr lang="en-IN" sz="2400" b="1" dirty="0"/>
              <a:t>Problem Statement</a:t>
            </a:r>
          </a:p>
          <a:p>
            <a:pPr marL="457200" indent="-457200">
              <a:buClr>
                <a:srgbClr val="0000FF"/>
              </a:buClr>
              <a:buFont typeface="+mj-lt"/>
              <a:buAutoNum type="arabicPeriod"/>
            </a:pPr>
            <a:r>
              <a:rPr lang="en-IN" sz="2400" b="1" dirty="0"/>
              <a:t>Limitations</a:t>
            </a:r>
          </a:p>
          <a:p>
            <a:pPr marL="457200" indent="-457200">
              <a:buClr>
                <a:srgbClr val="0000FF"/>
              </a:buClr>
              <a:buFont typeface="+mj-lt"/>
              <a:buAutoNum type="arabicPeriod"/>
            </a:pPr>
            <a:r>
              <a:rPr lang="en-IN" sz="2400" b="1" dirty="0"/>
              <a:t>Introduction</a:t>
            </a:r>
          </a:p>
          <a:p>
            <a:pPr marL="457200" indent="-457200">
              <a:buClr>
                <a:srgbClr val="0000FF"/>
              </a:buClr>
              <a:buFont typeface="+mj-lt"/>
              <a:buAutoNum type="arabicPeriod"/>
            </a:pPr>
            <a:r>
              <a:rPr lang="en-IN" sz="2400" b="1" dirty="0"/>
              <a:t>Proposed Framework</a:t>
            </a:r>
          </a:p>
          <a:p>
            <a:pPr marL="457200" indent="-457200">
              <a:buClr>
                <a:srgbClr val="0000FF"/>
              </a:buClr>
              <a:buFont typeface="+mj-lt"/>
              <a:buAutoNum type="arabicPeriod"/>
            </a:pPr>
            <a:r>
              <a:rPr lang="en-US" sz="2400" b="1" dirty="0"/>
              <a:t>IMU Calibration and Orientation Estimation</a:t>
            </a:r>
          </a:p>
          <a:p>
            <a:pPr marL="457200" indent="-457200">
              <a:buClr>
                <a:srgbClr val="0000FF"/>
              </a:buClr>
              <a:buFont typeface="+mj-lt"/>
              <a:buAutoNum type="arabicPeriod"/>
            </a:pPr>
            <a:r>
              <a:rPr lang="en-IN" sz="2400" b="1" dirty="0"/>
              <a:t>RL-EKF Integrated Mapping Architecture </a:t>
            </a:r>
          </a:p>
          <a:p>
            <a:pPr marL="457200" indent="-457200">
              <a:buClr>
                <a:srgbClr val="0000FF"/>
              </a:buClr>
              <a:buFont typeface="+mj-lt"/>
              <a:buAutoNum type="arabicPeriod"/>
            </a:pPr>
            <a:r>
              <a:rPr lang="en-IN" sz="2400" b="1" dirty="0"/>
              <a:t>Results</a:t>
            </a:r>
          </a:p>
          <a:p>
            <a:pPr marL="457200" indent="-457200">
              <a:buClr>
                <a:srgbClr val="0000FF"/>
              </a:buClr>
              <a:buFont typeface="+mj-lt"/>
              <a:buAutoNum type="arabicPeriod"/>
            </a:pPr>
            <a:r>
              <a:rPr lang="en-IN" sz="2400" b="1" dirty="0"/>
              <a:t>Conclusion</a:t>
            </a:r>
          </a:p>
          <a:p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IN" sz="2400" dirty="0"/>
          </a:p>
          <a:p>
            <a:pPr marL="514350" indent="-514350">
              <a:buFont typeface="+mj-lt"/>
              <a:buAutoNum type="arabicPeriod"/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77902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8318" y="1852494"/>
            <a:ext cx="21260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>
              <a:latin typeface="Arial Narrow" panose="020B0606020202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45625"/>
            <a:ext cx="2313092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FF"/>
                </a:solidFill>
                <a:latin typeface="Arial Narrow" panose="020B0606020202030204" pitchFamily="34" charset="0"/>
                <a:ea typeface="Calibri bold" panose="020F0702030404030204" pitchFamily="34" charset="0"/>
                <a:cs typeface="Heebo" pitchFamily="34" charset="-120"/>
              </a:rPr>
              <a:t>1. </a:t>
            </a:r>
          </a:p>
          <a:p>
            <a:pPr marL="0" indent="0" algn="l">
              <a:buNone/>
            </a:pPr>
            <a:r>
              <a:rPr lang="en-US" sz="2800" b="1" dirty="0">
                <a:latin typeface="Arial Narrow" panose="020B0606020202030204" pitchFamily="34" charset="0"/>
                <a:ea typeface="Calibri bold" panose="020F0702030404030204" pitchFamily="34" charset="0"/>
                <a:cs typeface="Heebo" pitchFamily="34" charset="-120"/>
              </a:rPr>
              <a:t>Problem Statement:</a:t>
            </a:r>
            <a:endParaRPr lang="en-US" sz="2800" b="1" dirty="0">
              <a:latin typeface="Arial Narrow" panose="020B0606020202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4DCF1D-EC09-F53D-C089-C775F0940C55}"/>
              </a:ext>
            </a:extLst>
          </p:cNvPr>
          <p:cNvCxnSpPr>
            <a:cxnSpLocks/>
          </p:cNvCxnSpPr>
          <p:nvPr/>
        </p:nvCxnSpPr>
        <p:spPr>
          <a:xfrm>
            <a:off x="3065318" y="387388"/>
            <a:ext cx="83128" cy="76240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50BE80D-03C1-75B3-BFBC-9083A7306856}"/>
              </a:ext>
            </a:extLst>
          </p:cNvPr>
          <p:cNvSpPr txBox="1"/>
          <p:nvPr/>
        </p:nvSpPr>
        <p:spPr>
          <a:xfrm>
            <a:off x="3718857" y="1345693"/>
            <a:ext cx="97010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Low-cost swarm robotic systems face significant challenges in achieving accurate localisation and efficient environmental mapping due to high sensor noise and bias (motion and Time-of-Flight sensors), actuator drift, nonlinear dynamics, and limited computational resources. Despite extensive research, there remains a lack of robust, real-world deployable solutions, with most existing approaches either relying on expensive hardware or being validated only in simulation environments.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4EE59D-5689-726E-677A-2838DFFCD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830642"/>
              </p:ext>
            </p:extLst>
          </p:nvPr>
        </p:nvGraphicFramePr>
        <p:xfrm>
          <a:off x="3718857" y="5439509"/>
          <a:ext cx="10355957" cy="1828800"/>
        </p:xfrm>
        <a:graphic>
          <a:graphicData uri="http://schemas.openxmlformats.org/drawingml/2006/table">
            <a:tbl>
              <a:tblPr/>
              <a:tblGrid>
                <a:gridCol w="964242">
                  <a:extLst>
                    <a:ext uri="{9D8B030D-6E8A-4147-A177-3AD203B41FA5}">
                      <a16:colId xmlns:a16="http://schemas.microsoft.com/office/drawing/2014/main" val="1968068147"/>
                    </a:ext>
                  </a:extLst>
                </a:gridCol>
                <a:gridCol w="1619926">
                  <a:extLst>
                    <a:ext uri="{9D8B030D-6E8A-4147-A177-3AD203B41FA5}">
                      <a16:colId xmlns:a16="http://schemas.microsoft.com/office/drawing/2014/main" val="1033834478"/>
                    </a:ext>
                  </a:extLst>
                </a:gridCol>
                <a:gridCol w="2950580">
                  <a:extLst>
                    <a:ext uri="{9D8B030D-6E8A-4147-A177-3AD203B41FA5}">
                      <a16:colId xmlns:a16="http://schemas.microsoft.com/office/drawing/2014/main" val="3796545449"/>
                    </a:ext>
                  </a:extLst>
                </a:gridCol>
                <a:gridCol w="2362392">
                  <a:extLst>
                    <a:ext uri="{9D8B030D-6E8A-4147-A177-3AD203B41FA5}">
                      <a16:colId xmlns:a16="http://schemas.microsoft.com/office/drawing/2014/main" val="3676010097"/>
                    </a:ext>
                  </a:extLst>
                </a:gridCol>
                <a:gridCol w="2458817">
                  <a:extLst>
                    <a:ext uri="{9D8B030D-6E8A-4147-A177-3AD203B41FA5}">
                      <a16:colId xmlns:a16="http://schemas.microsoft.com/office/drawing/2014/main" val="1311410519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>
                          <a:effectLst/>
                          <a:latin typeface="Calibri" panose="020F0502020204030204" pitchFamily="34" charset="0"/>
                        </a:rPr>
                        <a:t>Platform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</a:rPr>
                        <a:t>Size (cm)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</a:rPr>
                        <a:t>Sensors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</a:rPr>
                        <a:t>Communication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>
                          <a:effectLst/>
                          <a:latin typeface="Calibri" panose="020F0502020204030204" pitchFamily="34" charset="0"/>
                        </a:rPr>
                        <a:t>Software Support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736379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>
                          <a:effectLst/>
                          <a:latin typeface="Calibri" panose="020F0502020204030204" pitchFamily="34" charset="0"/>
                        </a:rPr>
                        <a:t>Kilobot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</a:rPr>
                        <a:t>3.3 × 3.3 × 5.5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</a:rPr>
                        <a:t>Ambient light, IR proximity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</a:rPr>
                        <a:t>IR-based local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</a:rPr>
                        <a:t>Kilombo simulator, C APIs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12902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>
                          <a:effectLst/>
                          <a:latin typeface="Calibri" panose="020F0502020204030204" pitchFamily="34" charset="0"/>
                        </a:rPr>
                        <a:t>e-puck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</a:rPr>
                        <a:t>7.4 × 7.4 × 4.5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</a:rPr>
                        <a:t>IR, accelerometer, camera, mic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</a:rPr>
                        <a:t>Bluetooth, IR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</a:rPr>
                        <a:t>Webots, MATLAB, C/C++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009838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>
                          <a:effectLst/>
                          <a:latin typeface="Calibri" panose="020F0502020204030204" pitchFamily="34" charset="0"/>
                        </a:rPr>
                        <a:t>GRITSBot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</a:rPr>
                        <a:t>3.1 × 3.0 × 3.0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</a:rPr>
                        <a:t>IMU, IR, encoders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</a:rPr>
                        <a:t>Wi-Fi (server-based)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 dirty="0">
                          <a:effectLst/>
                          <a:latin typeface="Calibri" panose="020F0502020204030204" pitchFamily="34" charset="0"/>
                        </a:rPr>
                        <a:t>Robotarium cloud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805413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 dirty="0" err="1">
                          <a:effectLst/>
                          <a:latin typeface="Calibri" panose="020F0502020204030204" pitchFamily="34" charset="0"/>
                        </a:rPr>
                        <a:t>Thymio</a:t>
                      </a: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</a:rPr>
                        <a:t> II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</a:rPr>
                        <a:t>11.2 × 11.7 × 5.2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</a:rPr>
                        <a:t>IR, accelerometer, mic, temp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 dirty="0">
                          <a:effectLst/>
                          <a:latin typeface="Calibri" panose="020F0502020204030204" pitchFamily="34" charset="0"/>
                        </a:rPr>
                        <a:t>USB, Bluetooth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</a:rPr>
                        <a:t>ASEBA, Blockly, VPL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854403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1">
                          <a:effectLst/>
                          <a:latin typeface="Calibri" panose="020F0502020204030204" pitchFamily="34" charset="0"/>
                        </a:rPr>
                        <a:t>Mona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 dirty="0">
                          <a:effectLst/>
                          <a:latin typeface="Calibri" panose="020F0502020204030204" pitchFamily="34" charset="0"/>
                        </a:rPr>
                        <a:t>8.0 × 8.0 × 4.2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 dirty="0">
                          <a:effectLst/>
                          <a:latin typeface="Calibri" panose="020F0502020204030204" pitchFamily="34" charset="0"/>
                        </a:rPr>
                        <a:t>Light, temp, IR, sound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 dirty="0">
                          <a:effectLst/>
                          <a:latin typeface="Calibri" panose="020F0502020204030204" pitchFamily="34" charset="0"/>
                        </a:rPr>
                        <a:t>Custom (wired/wireless)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800" b="0" dirty="0">
                          <a:effectLst/>
                          <a:latin typeface="Calibri" panose="020F0502020204030204" pitchFamily="34" charset="0"/>
                        </a:rPr>
                        <a:t>ROS + APIs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828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B8B8665-7C4F-561F-ECF8-AC28458374A5}"/>
              </a:ext>
            </a:extLst>
          </p:cNvPr>
          <p:cNvSpPr txBox="1"/>
          <p:nvPr/>
        </p:nvSpPr>
        <p:spPr>
          <a:xfrm>
            <a:off x="3718857" y="4560778"/>
            <a:ext cx="7396224" cy="461665"/>
          </a:xfrm>
          <a:prstGeom prst="rect">
            <a:avLst/>
          </a:prstGeom>
          <a:solidFill>
            <a:srgbClr val="0000FF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Comparison of the Existing Swarm Robotic Platforms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910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6BB97B-735C-82EB-05EA-A6D738F30EA2}"/>
              </a:ext>
            </a:extLst>
          </p:cNvPr>
          <p:cNvSpPr/>
          <p:nvPr/>
        </p:nvSpPr>
        <p:spPr>
          <a:xfrm>
            <a:off x="648318" y="1852494"/>
            <a:ext cx="21260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>
              <a:latin typeface="Arial Narrow" panose="020B060602020203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E0E43E-BBA1-44A4-5B2C-B6F85E9FDD9E}"/>
              </a:ext>
            </a:extLst>
          </p:cNvPr>
          <p:cNvSpPr/>
          <p:nvPr/>
        </p:nvSpPr>
        <p:spPr>
          <a:xfrm>
            <a:off x="793789" y="2145625"/>
            <a:ext cx="1793547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FF"/>
                </a:solidFill>
                <a:latin typeface="Arial Narrow" panose="020B0606020202030204" pitchFamily="34" charset="0"/>
              </a:rPr>
              <a:t>2.</a:t>
            </a:r>
          </a:p>
          <a:p>
            <a:pPr marL="0" indent="0" algn="l">
              <a:buNone/>
            </a:pPr>
            <a:r>
              <a:rPr lang="en-US" sz="2800" b="1" dirty="0">
                <a:latin typeface="Arial Narrow" panose="020B0606020202030204" pitchFamily="34" charset="0"/>
              </a:rPr>
              <a:t>Limitations: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9F3D53-C6D3-9B04-E331-C99C5CD51131}"/>
              </a:ext>
            </a:extLst>
          </p:cNvPr>
          <p:cNvCxnSpPr>
            <a:cxnSpLocks/>
          </p:cNvCxnSpPr>
          <p:nvPr/>
        </p:nvCxnSpPr>
        <p:spPr>
          <a:xfrm>
            <a:off x="3065318" y="387388"/>
            <a:ext cx="83128" cy="76240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48C2DD3-2CF0-BD31-931D-E8383CF14B2B}"/>
              </a:ext>
            </a:extLst>
          </p:cNvPr>
          <p:cNvSpPr txBox="1"/>
          <p:nvPr/>
        </p:nvSpPr>
        <p:spPr>
          <a:xfrm>
            <a:off x="3626428" y="1111218"/>
            <a:ext cx="10149287" cy="278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Limitations in Existing Systems:</a:t>
            </a:r>
            <a:endParaRPr lang="en-US" sz="2400" b="1" dirty="0"/>
          </a:p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2000" dirty="0"/>
              <a:t>Existing swarm platforms are often </a:t>
            </a:r>
            <a:r>
              <a:rPr lang="en-US" sz="2000" b="1" dirty="0"/>
              <a:t>high-cost</a:t>
            </a:r>
            <a:r>
              <a:rPr lang="en-US" sz="2000" dirty="0"/>
              <a:t> or rely on expensive sensors (LiDAR, cameras) </a:t>
            </a:r>
          </a:p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2000" dirty="0"/>
              <a:t>Limited focus on </a:t>
            </a:r>
            <a:r>
              <a:rPr lang="en-US" sz="2000" b="1" dirty="0"/>
              <a:t>low-cost real-world deployment</a:t>
            </a:r>
            <a:r>
              <a:rPr lang="en-US" sz="2000" dirty="0"/>
              <a:t> </a:t>
            </a:r>
          </a:p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2000" dirty="0"/>
              <a:t>Most approaches are </a:t>
            </a:r>
            <a:r>
              <a:rPr lang="en-US" sz="2000" b="1" dirty="0"/>
              <a:t>validated only in simulation environments</a:t>
            </a:r>
            <a:r>
              <a:rPr lang="en-US" sz="2000" dirty="0"/>
              <a:t> </a:t>
            </a:r>
          </a:p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2000" dirty="0"/>
              <a:t>Estimation, control, and learning are treated as </a:t>
            </a:r>
            <a:r>
              <a:rPr lang="en-US" sz="2000" b="1" dirty="0"/>
              <a:t>separate modules (no unified framework)</a:t>
            </a:r>
            <a:r>
              <a:rPr lang="en-US" sz="2000" dirty="0"/>
              <a:t> </a:t>
            </a:r>
          </a:p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+mj-lt"/>
              <a:buAutoNum type="arabicPeriod"/>
            </a:pPr>
            <a:r>
              <a:rPr lang="en-US" sz="2000" dirty="0"/>
              <a:t>Limitations of Traditional estimation methods (e.g., EKF):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DDC645D-3619-61F5-1860-9B24478DFEF0}"/>
              </a:ext>
            </a:extLst>
          </p:cNvPr>
          <p:cNvGrpSpPr/>
          <p:nvPr/>
        </p:nvGrpSpPr>
        <p:grpSpPr>
          <a:xfrm>
            <a:off x="3687324" y="3821947"/>
            <a:ext cx="9962249" cy="3417710"/>
            <a:chOff x="3626428" y="2965421"/>
            <a:chExt cx="9962249" cy="341771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8178E8E-442C-3916-12CD-848341F63ED1}"/>
                </a:ext>
              </a:extLst>
            </p:cNvPr>
            <p:cNvGrpSpPr/>
            <p:nvPr/>
          </p:nvGrpSpPr>
          <p:grpSpPr>
            <a:xfrm>
              <a:off x="3626428" y="2965421"/>
              <a:ext cx="9962249" cy="3417710"/>
              <a:chOff x="3270187" y="3091398"/>
              <a:chExt cx="9962249" cy="3417710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904AF90-F449-BDDB-EFB0-46B006D007C6}"/>
                  </a:ext>
                </a:extLst>
              </p:cNvPr>
              <p:cNvSpPr txBox="1"/>
              <p:nvPr/>
            </p:nvSpPr>
            <p:spPr>
              <a:xfrm>
                <a:off x="3448299" y="3091398"/>
                <a:ext cx="9784137" cy="50629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2E10D84-6931-AF1B-58CB-996ADA7D6884}"/>
                  </a:ext>
                </a:extLst>
              </p:cNvPr>
              <p:cNvSpPr txBox="1"/>
              <p:nvPr/>
            </p:nvSpPr>
            <p:spPr>
              <a:xfrm>
                <a:off x="3270187" y="3694491"/>
                <a:ext cx="9462039" cy="28146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:endParaRPr lang="en-US" sz="2000" dirty="0"/>
              </a:p>
              <a:p>
                <a:pPr>
                  <a:lnSpc>
                    <a:spcPct val="150000"/>
                  </a:lnSpc>
                  <a:buNone/>
                </a:pPr>
                <a:endParaRPr lang="en-US" sz="2000" dirty="0"/>
              </a:p>
              <a:p>
                <a:pPr algn="just">
                  <a:lnSpc>
                    <a:spcPct val="150000"/>
                  </a:lnSpc>
                  <a:buNone/>
                </a:pPr>
                <a:r>
                  <a:rPr lang="en-US" sz="2000" dirty="0"/>
                  <a:t>As a result, existing systems fail to produce robust, accurate, and globally consistent maps in resource-constrained swarm robotics applications, as current platforms are either costly or do not meet the specific requirements, highlighting the need for a customised low-cost solution.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0D43A43-F7A8-427D-DF8C-AA97040BC6EC}"/>
                  </a:ext>
                </a:extLst>
              </p:cNvPr>
              <p:cNvSpPr txBox="1"/>
              <p:nvPr/>
            </p:nvSpPr>
            <p:spPr>
              <a:xfrm>
                <a:off x="4037855" y="3597690"/>
                <a:ext cx="7315200" cy="464871"/>
              </a:xfrm>
              <a:prstGeom prst="rect">
                <a:avLst/>
              </a:prstGeom>
              <a:solidFill>
                <a:srgbClr val="0000FF"/>
              </a:solidFill>
            </p:spPr>
            <p:txBody>
              <a:bodyPr wrap="square">
                <a:spAutoFit/>
              </a:bodyPr>
              <a:lstStyle/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bg1"/>
                    </a:solidFill>
                  </a:rPr>
                  <a:t>Can get trapped in </a:t>
                </a:r>
                <a:r>
                  <a:rPr lang="en-US" sz="1800" b="1" dirty="0">
                    <a:solidFill>
                      <a:schemeClr val="bg1"/>
                    </a:solidFill>
                  </a:rPr>
                  <a:t>local information maxima.</a:t>
                </a:r>
                <a:r>
                  <a:rPr lang="en-US" sz="18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B55E928-C8A1-6A45-E3FC-6E44C18D0693}"/>
                </a:ext>
              </a:extLst>
            </p:cNvPr>
            <p:cNvSpPr txBox="1"/>
            <p:nvPr/>
          </p:nvSpPr>
          <p:spPr>
            <a:xfrm>
              <a:off x="4849792" y="3083251"/>
              <a:ext cx="73152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Assume </a:t>
              </a:r>
              <a:r>
                <a:rPr lang="en-US" b="1" dirty="0"/>
                <a:t>Gaussian noise</a:t>
              </a:r>
              <a:r>
                <a:rPr lang="en-US" dirty="0"/>
                <a:t> (often violated in real-world scenarios)</a:t>
              </a:r>
              <a:br>
                <a:rPr lang="en-US" dirty="0"/>
              </a:br>
              <a:endParaRPr lang="en-IN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5F3EFCE-4A99-93FF-4EAC-47D95B6EE9EA}"/>
                </a:ext>
              </a:extLst>
            </p:cNvPr>
            <p:cNvSpPr txBox="1"/>
            <p:nvPr/>
          </p:nvSpPr>
          <p:spPr>
            <a:xfrm>
              <a:off x="4849792" y="4027945"/>
              <a:ext cx="7315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• Lack </a:t>
              </a:r>
              <a:r>
                <a:rPr lang="en-US" b="1" dirty="0"/>
                <a:t>adaptability to dynamic and non-Gaussian uncertainty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729118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283210-8F0D-B5C3-BEC3-E8BD2153F2AA}"/>
              </a:ext>
            </a:extLst>
          </p:cNvPr>
          <p:cNvCxnSpPr>
            <a:cxnSpLocks/>
          </p:cNvCxnSpPr>
          <p:nvPr/>
        </p:nvCxnSpPr>
        <p:spPr>
          <a:xfrm>
            <a:off x="885268" y="1165917"/>
            <a:ext cx="128598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31DC7D5-C4FD-FE61-4090-E4F2CA416A89}"/>
              </a:ext>
            </a:extLst>
          </p:cNvPr>
          <p:cNvSpPr txBox="1"/>
          <p:nvPr/>
        </p:nvSpPr>
        <p:spPr>
          <a:xfrm>
            <a:off x="793790" y="525331"/>
            <a:ext cx="10729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00FF"/>
                </a:solidFill>
              </a:rPr>
              <a:t>3. </a:t>
            </a:r>
            <a:r>
              <a:rPr lang="en-IN" sz="2800" b="1" dirty="0"/>
              <a:t>Introduction:</a:t>
            </a:r>
            <a:endParaRPr lang="en-IN" sz="2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4B5063-6DB8-4B06-65E7-8DA3037BE5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1" t="19733" r="20509" b="27633"/>
          <a:stretch>
            <a:fillRect/>
          </a:stretch>
        </p:blipFill>
        <p:spPr bwMode="auto">
          <a:xfrm>
            <a:off x="924014" y="1484189"/>
            <a:ext cx="2656089" cy="23207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96A7EC-5071-30C8-D9E3-B969B352308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6" t="20596" r="10561" b="2710"/>
          <a:stretch>
            <a:fillRect/>
          </a:stretch>
        </p:blipFill>
        <p:spPr bwMode="auto">
          <a:xfrm>
            <a:off x="1017533" y="4759036"/>
            <a:ext cx="2562570" cy="22686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A1F37B-AD60-81A8-27EA-66046CE054D2}"/>
              </a:ext>
            </a:extLst>
          </p:cNvPr>
          <p:cNvSpPr txBox="1"/>
          <p:nvPr/>
        </p:nvSpPr>
        <p:spPr>
          <a:xfrm>
            <a:off x="4634346" y="2069187"/>
            <a:ext cx="9110786" cy="1846659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Hi, We are StochBots 🤖</a:t>
            </a:r>
            <a:br>
              <a:rPr lang="en-US" sz="2400" dirty="0"/>
            </a:br>
            <a:r>
              <a:rPr lang="en-US" sz="2400" dirty="0"/>
              <a:t>We estimate, control, navigate, and map our environments accurately. Together, we form a fully functional </a:t>
            </a:r>
            <a:r>
              <a:rPr lang="en-US" sz="2400" b="1" dirty="0"/>
              <a:t>scalable and intelligent swarm system for low-cost environmental mapping.</a:t>
            </a:r>
            <a:endParaRPr lang="en-US" sz="2400" dirty="0"/>
          </a:p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4320A1-B1F9-BF08-7B6C-299C980C1129}"/>
              </a:ext>
            </a:extLst>
          </p:cNvPr>
          <p:cNvSpPr txBox="1"/>
          <p:nvPr/>
        </p:nvSpPr>
        <p:spPr>
          <a:xfrm>
            <a:off x="4634346" y="4545871"/>
            <a:ext cx="8978521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⚙️ What We Can 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achieve </a:t>
            </a:r>
            <a:r>
              <a:rPr lang="en-US" sz="2000" b="1" dirty="0"/>
              <a:t>stable control</a:t>
            </a:r>
            <a:r>
              <a:rPr lang="en-US" sz="2000" dirty="0"/>
              <a:t> using PID-based correction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enable </a:t>
            </a:r>
            <a:r>
              <a:rPr lang="en-US" sz="2000" b="1" dirty="0"/>
              <a:t>precise navigation</a:t>
            </a:r>
            <a:r>
              <a:rPr lang="en-US" sz="2000" dirty="0"/>
              <a:t> (straight motion, turns, distance control)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perform </a:t>
            </a:r>
            <a:r>
              <a:rPr lang="en-US" sz="2000" b="1" dirty="0"/>
              <a:t>real-time sensing and mapping</a:t>
            </a:r>
            <a:r>
              <a:rPr lang="en-US" sz="2000" dirty="0"/>
              <a:t> using IMU and ToF sensors </a:t>
            </a: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perform </a:t>
            </a:r>
            <a:r>
              <a:rPr lang="en-US" sz="2000" b="1" dirty="0"/>
              <a:t>state estimation</a:t>
            </a:r>
            <a:r>
              <a:rPr lang="en-US" sz="2000" dirty="0"/>
              <a:t> using EKF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adapt to uncertainty using </a:t>
            </a:r>
            <a:r>
              <a:rPr lang="en-US" sz="2000" b="1" dirty="0"/>
              <a:t>reinforcement learning</a:t>
            </a:r>
            <a:r>
              <a:rPr lang="en-US" sz="2000" dirty="0"/>
              <a:t> 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7EC3310-CFC3-4738-648A-C39DFEF83A7E}"/>
              </a:ext>
            </a:extLst>
          </p:cNvPr>
          <p:cNvSpPr/>
          <p:nvPr/>
        </p:nvSpPr>
        <p:spPr>
          <a:xfrm>
            <a:off x="3614091" y="2069187"/>
            <a:ext cx="654627" cy="4260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CE36E6-6F16-579C-3D53-578B26672DA5}"/>
              </a:ext>
            </a:extLst>
          </p:cNvPr>
          <p:cNvSpPr txBox="1"/>
          <p:nvPr/>
        </p:nvSpPr>
        <p:spPr>
          <a:xfrm>
            <a:off x="1402773" y="3964325"/>
            <a:ext cx="1797627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Coordinator Unit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F2ED68-BD2B-5C52-674B-F324FB1EFBCD}"/>
              </a:ext>
            </a:extLst>
          </p:cNvPr>
          <p:cNvSpPr txBox="1"/>
          <p:nvPr/>
        </p:nvSpPr>
        <p:spPr>
          <a:xfrm>
            <a:off x="1574222" y="7002566"/>
            <a:ext cx="1454728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/>
              <a:t>Follower Unit</a:t>
            </a:r>
          </a:p>
        </p:txBody>
      </p:sp>
    </p:spTree>
    <p:extLst>
      <p:ext uri="{BB962C8B-B14F-4D97-AF65-F5344CB8AC3E}">
        <p14:creationId xmlns:p14="http://schemas.microsoft.com/office/powerpoint/2010/main" val="1010512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DBF59A-3F88-4297-CD5E-AAF2C5B7853C}"/>
              </a:ext>
            </a:extLst>
          </p:cNvPr>
          <p:cNvSpPr txBox="1"/>
          <p:nvPr/>
        </p:nvSpPr>
        <p:spPr>
          <a:xfrm>
            <a:off x="289503" y="1034467"/>
            <a:ext cx="7025681" cy="6899068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558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 Line Motion (Yaw Stabilisation):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stable forward motion by minimising angular deviation using IMU-based yaw estimation. A PID controller continuously corrects drift.</a:t>
            </a:r>
          </a:p>
          <a:p>
            <a:pPr marL="558900" indent="-342900" algn="just">
              <a:spcBef>
                <a:spcPts val="600"/>
              </a:spcBef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Precise Degree Turns (Rotational Control):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accurate angular rotation using gyroscope feedback and Kalman filtering for smooth, drift-free turning.</a:t>
            </a:r>
          </a:p>
          <a:p>
            <a:pPr marL="558900" indent="-342900" algn="just">
              <a:spcBef>
                <a:spcPts val="600"/>
              </a:spcBef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Distance Travel (Odometry):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displacement using odometry and PID regulation, with ToF feedback to reduce cumulative distance error.</a:t>
            </a:r>
          </a:p>
          <a:p>
            <a:pPr marL="558900" indent="-342900" algn="just">
              <a:spcBef>
                <a:spcPts val="600"/>
              </a:spcBef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Following: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dual IR sensors to track a predefined path with real-time motor adjustments for stable trajectory control.</a:t>
            </a:r>
          </a:p>
          <a:p>
            <a:pPr marL="558900" indent="-342900" algn="just">
              <a:spcBef>
                <a:spcPts val="600"/>
              </a:spcBef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Avoidance: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obstacles using ultrasonic sensing and performs directional scanning to choose the safest path.</a:t>
            </a:r>
          </a:p>
          <a:p>
            <a:pPr marL="558900" indent="-342900" algn="just">
              <a:spcBef>
                <a:spcPts val="600"/>
              </a:spcBef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Localised Mapping: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occupancy grid map using ToF sensor data and sensor fusion for accurate environmental representation.</a:t>
            </a:r>
          </a:p>
          <a:p>
            <a:pPr marL="914400" lvl="1" indent="-457200" algn="just">
              <a:lnSpc>
                <a:spcPct val="107000"/>
              </a:lnSpc>
              <a:spcAft>
                <a:spcPts val="800"/>
              </a:spcAft>
              <a:buSzPts val="1100"/>
              <a:buFont typeface="Arial" panose="020B0604020202020204" pitchFamily="34" charset="0"/>
              <a:buChar char="•"/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ABC11-6AA4-9732-E72C-1DAACD5F6519}"/>
              </a:ext>
            </a:extLst>
          </p:cNvPr>
          <p:cNvSpPr txBox="1"/>
          <p:nvPr/>
        </p:nvSpPr>
        <p:spPr>
          <a:xfrm>
            <a:off x="420776" y="328836"/>
            <a:ext cx="13773202" cy="523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Features</a:t>
            </a:r>
            <a:r>
              <a:rPr lang="en-IN" sz="28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F5D52C6-7517-3057-9311-CFCDE61AD9DB}"/>
              </a:ext>
            </a:extLst>
          </p:cNvPr>
          <p:cNvCxnSpPr>
            <a:cxnSpLocks/>
          </p:cNvCxnSpPr>
          <p:nvPr/>
        </p:nvCxnSpPr>
        <p:spPr>
          <a:xfrm>
            <a:off x="7554191" y="328836"/>
            <a:ext cx="0" cy="74435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23F09A0A-1492-8F8F-EEA8-99D32D448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779" y="993856"/>
            <a:ext cx="5917233" cy="438375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FFA9A6A-685C-FF92-E127-63013CEBF1AF}"/>
              </a:ext>
            </a:extLst>
          </p:cNvPr>
          <p:cNvSpPr txBox="1"/>
          <p:nvPr/>
        </p:nvSpPr>
        <p:spPr>
          <a:xfrm>
            <a:off x="7703256" y="328836"/>
            <a:ext cx="5784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Web Control interface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7D5C0D-1758-6FA3-3249-A1FC78A75912}"/>
              </a:ext>
            </a:extLst>
          </p:cNvPr>
          <p:cNvSpPr txBox="1"/>
          <p:nvPr/>
        </p:nvSpPr>
        <p:spPr>
          <a:xfrm>
            <a:off x="7900687" y="5464076"/>
            <a:ext cx="67297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interface is implemented as an </a:t>
            </a:r>
            <a:r>
              <a:rPr lang="en-US" b="1" dirty="0"/>
              <a:t>Access Point (AP) mode web handler</a:t>
            </a:r>
            <a:r>
              <a:rPr lang="en-US" dirty="0"/>
              <a:t>, hosted directly on the robot at </a:t>
            </a:r>
            <a:r>
              <a:rPr lang="en-US" b="1" dirty="0"/>
              <a:t>192.168.4.1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robot creates its own Wi-Fi network, allowing seamless connection without external infrastructure.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SSID:</a:t>
            </a:r>
            <a:r>
              <a:rPr lang="en-US" dirty="0"/>
              <a:t> </a:t>
            </a:r>
            <a:r>
              <a:rPr lang="en-US" i="1" dirty="0"/>
              <a:t>StochBot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Password:</a:t>
            </a:r>
            <a:r>
              <a:rPr lang="en-US" dirty="0"/>
              <a:t> </a:t>
            </a:r>
            <a:r>
              <a:rPr lang="en-US" i="1" dirty="0"/>
              <a:t>12345678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Once connected, users can access the dashboard via a browser to perform </a:t>
            </a:r>
            <a:r>
              <a:rPr lang="en-US" b="1" dirty="0"/>
              <a:t>real-time control, monitoring, and mapping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5889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B22EE2-8951-DD9E-845F-E28306B249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7" t="14816" r="26923" b="16531"/>
          <a:stretch>
            <a:fillRect/>
          </a:stretch>
        </p:blipFill>
        <p:spPr bwMode="auto">
          <a:xfrm>
            <a:off x="573674" y="3033420"/>
            <a:ext cx="5584980" cy="47918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798517-0956-7463-BE6B-889C1E896FD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67" t="9328" r="13060" b="10448"/>
          <a:stretch>
            <a:fillRect/>
          </a:stretch>
        </p:blipFill>
        <p:spPr bwMode="auto">
          <a:xfrm>
            <a:off x="1207192" y="1196932"/>
            <a:ext cx="1756648" cy="16858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EBCD1A-B98F-AB2E-4CD4-871E49C2673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03" t="7407" r="7966" b="6974"/>
          <a:stretch>
            <a:fillRect/>
          </a:stretch>
        </p:blipFill>
        <p:spPr bwMode="auto">
          <a:xfrm rot="16200000">
            <a:off x="3345970" y="1473661"/>
            <a:ext cx="855741" cy="162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71FC1A-32A0-B951-737B-F8505CD6EA56}"/>
              </a:ext>
            </a:extLst>
          </p:cNvPr>
          <p:cNvCxnSpPr>
            <a:cxnSpLocks/>
          </p:cNvCxnSpPr>
          <p:nvPr/>
        </p:nvCxnSpPr>
        <p:spPr>
          <a:xfrm>
            <a:off x="3773346" y="2675972"/>
            <a:ext cx="0" cy="4396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23B6597-F102-B40B-9FBF-F092A2F5BA8D}"/>
              </a:ext>
            </a:extLst>
          </p:cNvPr>
          <p:cNvCxnSpPr>
            <a:cxnSpLocks/>
          </p:cNvCxnSpPr>
          <p:nvPr/>
        </p:nvCxnSpPr>
        <p:spPr>
          <a:xfrm>
            <a:off x="2085516" y="2710262"/>
            <a:ext cx="0" cy="4396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415AFB-7381-5203-A345-B97D74D38C3E}"/>
              </a:ext>
            </a:extLst>
          </p:cNvPr>
          <p:cNvCxnSpPr>
            <a:cxnSpLocks/>
          </p:cNvCxnSpPr>
          <p:nvPr/>
        </p:nvCxnSpPr>
        <p:spPr>
          <a:xfrm>
            <a:off x="885268" y="1165917"/>
            <a:ext cx="128598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45EAD6B-F231-A9FF-FB57-D633F030C3D1}"/>
              </a:ext>
            </a:extLst>
          </p:cNvPr>
          <p:cNvSpPr txBox="1"/>
          <p:nvPr/>
        </p:nvSpPr>
        <p:spPr>
          <a:xfrm>
            <a:off x="793790" y="525331"/>
            <a:ext cx="10729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00FF"/>
                </a:solidFill>
              </a:rPr>
              <a:t>4. </a:t>
            </a:r>
            <a:r>
              <a:rPr lang="en-IN" sz="2800" b="1" dirty="0"/>
              <a:t>Proposed Framework</a:t>
            </a:r>
            <a:endParaRPr lang="en-IN" sz="2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3B51ED-8AEB-AFFD-E48C-23518EB7DF29}"/>
              </a:ext>
            </a:extLst>
          </p:cNvPr>
          <p:cNvSpPr txBox="1"/>
          <p:nvPr/>
        </p:nvSpPr>
        <p:spPr>
          <a:xfrm>
            <a:off x="6608595" y="1173486"/>
            <a:ext cx="7113386" cy="49244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b="1" dirty="0"/>
              <a:t>Sensor Inputs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/>
              <a:t>MPU6050:</a:t>
            </a:r>
            <a:r>
              <a:rPr lang="en-IN" dirty="0"/>
              <a:t> Orientation &amp; motion (with drift)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/>
              <a:t>ToF Sensor:</a:t>
            </a:r>
            <a:r>
              <a:rPr lang="en-IN" dirty="0"/>
              <a:t> Distance for environment perception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/>
              <a:t>State Estimation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Sensor fusion using </a:t>
            </a:r>
            <a:r>
              <a:rPr lang="en-IN" b="1" dirty="0"/>
              <a:t>Kalman Filter</a:t>
            </a:r>
            <a:r>
              <a:rPr lang="en-IN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Noise reduction &amp; drift correction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Accurate </a:t>
            </a:r>
            <a:r>
              <a:rPr lang="en-IN" b="1" dirty="0"/>
              <a:t>position &amp; orientation estimation</a:t>
            </a:r>
            <a:r>
              <a:rPr lang="en-I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/>
              <a:t>Grid Map Construction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Occupancy grid from </a:t>
            </a:r>
            <a:r>
              <a:rPr lang="en-IN" b="1" dirty="0"/>
              <a:t>ToF + odometry</a:t>
            </a:r>
            <a:r>
              <a:rPr lang="en-IN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Represents </a:t>
            </a:r>
            <a:r>
              <a:rPr lang="en-IN" b="1" dirty="0"/>
              <a:t>obstacles &amp; free space</a:t>
            </a:r>
            <a:r>
              <a:rPr lang="en-I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/>
              <a:t>RL-Enhanced Optimisation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Adaptive tuning of </a:t>
            </a:r>
            <a:r>
              <a:rPr lang="en-IN" b="1" dirty="0"/>
              <a:t>EKF (Q &amp; R)</a:t>
            </a:r>
            <a:r>
              <a:rPr lang="en-IN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Handles </a:t>
            </a:r>
            <a:r>
              <a:rPr lang="en-IN" b="1" dirty="0"/>
              <a:t>dynamic noise &amp; uncertainty</a:t>
            </a:r>
            <a:r>
              <a:rPr lang="en-IN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Avoids </a:t>
            </a:r>
            <a:r>
              <a:rPr lang="en-IN" b="1" dirty="0"/>
              <a:t>local maxima</a:t>
            </a:r>
            <a:r>
              <a:rPr lang="en-I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/>
              <a:t>Final Output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/>
              <a:t>Stable trajectory control</a:t>
            </a:r>
            <a:r>
              <a:rPr lang="en-IN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b="1" dirty="0"/>
              <a:t>Accurate &amp; refined mapping</a:t>
            </a:r>
            <a:r>
              <a:rPr lang="en-IN" dirty="0"/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66AFA9-FB89-CDC4-F986-B33E79B9009F}"/>
              </a:ext>
            </a:extLst>
          </p:cNvPr>
          <p:cNvSpPr txBox="1"/>
          <p:nvPr/>
        </p:nvSpPr>
        <p:spPr>
          <a:xfrm>
            <a:off x="6546566" y="6105479"/>
            <a:ext cx="7237444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The </a:t>
            </a:r>
            <a:r>
              <a:rPr lang="en-US" sz="2000" b="1" dirty="0"/>
              <a:t>novelty</a:t>
            </a:r>
            <a:r>
              <a:rPr lang="en-US" sz="2000" dirty="0"/>
              <a:t> lies in integrating </a:t>
            </a:r>
            <a:r>
              <a:rPr lang="en-US" sz="2000" b="1" dirty="0"/>
              <a:t>RL with EKF </a:t>
            </a:r>
            <a:r>
              <a:rPr lang="en-US" sz="2000" dirty="0"/>
              <a:t>to adaptively tune uncertainty in real-time, which improves robustness and mapping accuracy in </a:t>
            </a:r>
            <a:r>
              <a:rPr lang="en-US" sz="2000" b="1" dirty="0"/>
              <a:t>low-cost systems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3663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E3A6C0-8FE6-F8B1-6845-A3B30B8FA0D9}"/>
              </a:ext>
            </a:extLst>
          </p:cNvPr>
          <p:cNvSpPr txBox="1"/>
          <p:nvPr/>
        </p:nvSpPr>
        <p:spPr>
          <a:xfrm>
            <a:off x="793790" y="606355"/>
            <a:ext cx="107297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b="1" dirty="0">
                <a:solidFill>
                  <a:srgbClr val="0000FF"/>
                </a:solidFill>
              </a:rPr>
              <a:t>5. </a:t>
            </a:r>
            <a:r>
              <a:rPr lang="en-US" sz="2800" b="1" dirty="0"/>
              <a:t>IMU Calibration and Orientation Estimation</a:t>
            </a:r>
            <a:endParaRPr lang="en-IN" sz="2800" dirty="0"/>
          </a:p>
          <a:p>
            <a:endParaRPr lang="en-IN" sz="2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832C12-D509-DFE4-03B7-04DE264D626E}"/>
              </a:ext>
            </a:extLst>
          </p:cNvPr>
          <p:cNvSpPr/>
          <p:nvPr/>
        </p:nvSpPr>
        <p:spPr>
          <a:xfrm>
            <a:off x="0" y="1238491"/>
            <a:ext cx="14630400" cy="76392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6CA1C8-2321-4372-3A8D-FC7D976F6E18}"/>
              </a:ext>
            </a:extLst>
          </p:cNvPr>
          <p:cNvSpPr txBox="1"/>
          <p:nvPr/>
        </p:nvSpPr>
        <p:spPr>
          <a:xfrm>
            <a:off x="520861" y="1450538"/>
            <a:ext cx="339138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Static Bias Calibration</a:t>
            </a:r>
            <a:endParaRPr lang="en-IN" sz="2000" dirty="0"/>
          </a:p>
          <a:p>
            <a:pPr algn="ctr"/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711F3A-C926-EBA0-0405-9B0147971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769952"/>
              </p:ext>
            </p:extLst>
          </p:nvPr>
        </p:nvGraphicFramePr>
        <p:xfrm>
          <a:off x="793790" y="2315709"/>
          <a:ext cx="5139160" cy="1476006"/>
        </p:xfrm>
        <a:graphic>
          <a:graphicData uri="http://schemas.openxmlformats.org/drawingml/2006/table">
            <a:tbl>
              <a:tblPr/>
              <a:tblGrid>
                <a:gridCol w="695026">
                  <a:extLst>
                    <a:ext uri="{9D8B030D-6E8A-4147-A177-3AD203B41FA5}">
                      <a16:colId xmlns:a16="http://schemas.microsoft.com/office/drawing/2014/main" val="3163195106"/>
                    </a:ext>
                  </a:extLst>
                </a:gridCol>
                <a:gridCol w="1006453">
                  <a:extLst>
                    <a:ext uri="{9D8B030D-6E8A-4147-A177-3AD203B41FA5}">
                      <a16:colId xmlns:a16="http://schemas.microsoft.com/office/drawing/2014/main" val="2833027156"/>
                    </a:ext>
                  </a:extLst>
                </a:gridCol>
                <a:gridCol w="1458410">
                  <a:extLst>
                    <a:ext uri="{9D8B030D-6E8A-4147-A177-3AD203B41FA5}">
                      <a16:colId xmlns:a16="http://schemas.microsoft.com/office/drawing/2014/main" val="179386072"/>
                    </a:ext>
                  </a:extLst>
                </a:gridCol>
                <a:gridCol w="995423">
                  <a:extLst>
                    <a:ext uri="{9D8B030D-6E8A-4147-A177-3AD203B41FA5}">
                      <a16:colId xmlns:a16="http://schemas.microsoft.com/office/drawing/2014/main" val="3988129952"/>
                    </a:ext>
                  </a:extLst>
                </a:gridCol>
                <a:gridCol w="983848">
                  <a:extLst>
                    <a:ext uri="{9D8B030D-6E8A-4147-A177-3AD203B41FA5}">
                      <a16:colId xmlns:a16="http://schemas.microsoft.com/office/drawing/2014/main" val="2394332495"/>
                    </a:ext>
                  </a:extLst>
                </a:gridCol>
              </a:tblGrid>
              <a:tr h="70110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</a:rPr>
                        <a:t>Axis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</a:rPr>
                        <a:t>Gyro Bias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</a:rPr>
                        <a:t>Gyro Variance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600" b="1" dirty="0" err="1">
                          <a:effectLst/>
                          <a:latin typeface="Times New Roman" panose="02020603050405020304" pitchFamily="18" charset="0"/>
                        </a:rPr>
                        <a:t>Acc</a:t>
                      </a: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</a:rPr>
                        <a:t> Bias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600" b="1" dirty="0" err="1">
                          <a:effectLst/>
                          <a:latin typeface="Times New Roman" panose="02020603050405020304" pitchFamily="18" charset="0"/>
                        </a:rPr>
                        <a:t>Acc</a:t>
                      </a: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</a:rPr>
                        <a:t> Variance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42634"/>
                  </a:ext>
                </a:extLst>
              </a:tr>
              <a:tr h="25830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</a:rPr>
                        <a:t>103.2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</a:rPr>
                        <a:t>4600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</a:rPr>
                        <a:t>528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</a:rPr>
                        <a:t>12000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134232"/>
                  </a:ext>
                </a:extLst>
              </a:tr>
              <a:tr h="25830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</a:rPr>
                        <a:t>Y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</a:rPr>
                        <a:t>185.3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</a:rPr>
                        <a:t>1800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</a:rPr>
                        <a:t>-1406.2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</a:rPr>
                        <a:t>40000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637658"/>
                  </a:ext>
                </a:extLst>
              </a:tr>
              <a:tr h="25830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</a:rPr>
                        <a:t>Z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</a:rPr>
                        <a:t>-50.7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</a:rPr>
                        <a:t>400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>
                          <a:effectLst/>
                          <a:latin typeface="Times New Roman" panose="02020603050405020304" pitchFamily="18" charset="0"/>
                        </a:rPr>
                        <a:t>13341.4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b="0" dirty="0">
                          <a:effectLst/>
                          <a:latin typeface="Times New Roman" panose="02020603050405020304" pitchFamily="18" charset="0"/>
                        </a:rPr>
                        <a:t>60000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46959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5C2DDA1-874C-269A-08D7-978593E86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76" y="4053623"/>
            <a:ext cx="5775764" cy="38066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FFD34C-F301-0295-26FA-BDA05C02E6BE}"/>
              </a:ext>
            </a:extLst>
          </p:cNvPr>
          <p:cNvCxnSpPr/>
          <p:nvPr/>
        </p:nvCxnSpPr>
        <p:spPr>
          <a:xfrm>
            <a:off x="6794339" y="1238491"/>
            <a:ext cx="0" cy="66322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F80FE83-EF03-A4D4-B898-A91B23AB8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570" y="2134870"/>
            <a:ext cx="5943600" cy="395986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1EC173-3829-A020-28AD-F18B10BE49F2}"/>
                  </a:ext>
                </a:extLst>
              </p:cNvPr>
              <p:cNvSpPr txBox="1"/>
              <p:nvPr/>
            </p:nvSpPr>
            <p:spPr>
              <a:xfrm>
                <a:off x="7054770" y="6094730"/>
                <a:ext cx="7315200" cy="941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50000"/>
                  </a:lnSpc>
                  <a:spcAft>
                    <a:spcPts val="800"/>
                  </a:spcAft>
                  <a:buSzPts val="1100"/>
                </a:pPr>
                <a:r>
                  <a:rPr lang="en-US" sz="18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Yaw angle estimation: </a:t>
                </a:r>
                <a:r>
                  <a:rPr lang="en-US" sz="16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To get orientation (yaw angle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):</a:t>
                </a:r>
                <a:endParaRPr lang="en-IN" sz="1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spcAft>
                    <a:spcPts val="800"/>
                  </a:spcAft>
                  <a:buSzPts val="1100"/>
                </a:pPr>
                <a:endParaRPr lang="en-IN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1EC173-3829-A020-28AD-F18B10BE4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770" y="6094730"/>
                <a:ext cx="7315200" cy="941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07D24A-1847-B8E0-D523-F7D0540D8C71}"/>
                  </a:ext>
                </a:extLst>
              </p:cNvPr>
              <p:cNvSpPr txBox="1"/>
              <p:nvPr/>
            </p:nvSpPr>
            <p:spPr>
              <a:xfrm>
                <a:off x="6626507" y="6227180"/>
                <a:ext cx="8171726" cy="12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algn="just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IN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IN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07D24A-1847-B8E0-D523-F7D0540D8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507" y="6227180"/>
                <a:ext cx="8171726" cy="12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507AED-B64B-0E86-94F8-29341FF8632B}"/>
                  </a:ext>
                </a:extLst>
              </p:cNvPr>
              <p:cNvSpPr txBox="1"/>
              <p:nvPr/>
            </p:nvSpPr>
            <p:spPr>
              <a:xfrm>
                <a:off x="7138686" y="7075490"/>
                <a:ext cx="7315200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algn="just">
                  <a:lnSpc>
                    <a:spcPct val="150000"/>
                  </a:lnSpc>
                  <a:buNone/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Where,</a:t>
                </a:r>
                <a:endParaRPr lang="en-IN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sz="1800" dirty="0">
                    <a:effectLst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is the </a:t>
                </a: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kalman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filter angular velocity about the z-axis</a:t>
                </a:r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507AED-B64B-0E86-94F8-29341FF86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8686" y="7075490"/>
                <a:ext cx="7315200" cy="784830"/>
              </a:xfrm>
              <a:prstGeom prst="rect">
                <a:avLst/>
              </a:prstGeom>
              <a:blipFill>
                <a:blip r:embed="rId6"/>
                <a:stretch>
                  <a:fillRect b="-117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9FFEA75-53F4-364E-30D5-A1A3AFE6AC41}"/>
              </a:ext>
            </a:extLst>
          </p:cNvPr>
          <p:cNvSpPr txBox="1"/>
          <p:nvPr/>
        </p:nvSpPr>
        <p:spPr>
          <a:xfrm>
            <a:off x="7884853" y="1450538"/>
            <a:ext cx="4324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Noise reduction using a Kalman filter</a:t>
            </a:r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47086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02E43A-B158-7F21-B037-5317B9551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19" y="1419967"/>
            <a:ext cx="4732525" cy="39317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67314F-DF4D-A9DA-1EE8-934B146DF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816" y="4015416"/>
            <a:ext cx="5848063" cy="396493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B8D44D-5368-5DE2-0A39-C705765F8689}"/>
              </a:ext>
            </a:extLst>
          </p:cNvPr>
          <p:cNvSpPr txBox="1"/>
          <p:nvPr/>
        </p:nvSpPr>
        <p:spPr>
          <a:xfrm>
            <a:off x="518657" y="5415551"/>
            <a:ext cx="55562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Robot executed a square trajectory; expected to return to origin (0,0)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Final position error: </a:t>
            </a:r>
            <a:r>
              <a:rPr lang="en-IN" sz="2000" b="1" dirty="0"/>
              <a:t>(0.48 m, 0.12 m)</a:t>
            </a:r>
            <a:r>
              <a:rPr lang="en-IN" sz="2000" dirty="0"/>
              <a:t> → closure error ≈ </a:t>
            </a:r>
            <a:r>
              <a:rPr lang="en-IN" sz="2000" b="1" dirty="0"/>
              <a:t>0.495 m</a:t>
            </a:r>
            <a:r>
              <a:rPr lang="en-IN" sz="2000" dirty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Orientation drift observed: </a:t>
            </a:r>
            <a:r>
              <a:rPr lang="en-IN" sz="2000" b="1" dirty="0"/>
              <a:t>~11° heading deviation</a:t>
            </a:r>
            <a:r>
              <a:rPr lang="en-IN" sz="2000" dirty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Highlights limitation of open-loop odometry → need for </a:t>
            </a:r>
            <a:r>
              <a:rPr lang="en-IN" sz="2000" b="1" dirty="0"/>
              <a:t>EKF-based state estimation</a:t>
            </a:r>
            <a:r>
              <a:rPr lang="en-IN" sz="2000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6349B-3BB2-97D1-2912-B03E3BE3BE85}"/>
              </a:ext>
            </a:extLst>
          </p:cNvPr>
          <p:cNvSpPr/>
          <p:nvPr/>
        </p:nvSpPr>
        <p:spPr>
          <a:xfrm>
            <a:off x="0" y="672739"/>
            <a:ext cx="14630400" cy="5232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9F0023-CB50-92CB-782F-23EF4B3D25C5}"/>
              </a:ext>
            </a:extLst>
          </p:cNvPr>
          <p:cNvSpPr txBox="1"/>
          <p:nvPr/>
        </p:nvSpPr>
        <p:spPr>
          <a:xfrm>
            <a:off x="805831" y="752985"/>
            <a:ext cx="4324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000" b="1" dirty="0"/>
              <a:t>Dead-Reckoning Drift Analysis</a:t>
            </a:r>
          </a:p>
          <a:p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CBAA06-5A88-F997-57D9-C2199D7362B6}"/>
              </a:ext>
            </a:extLst>
          </p:cNvPr>
          <p:cNvSpPr txBox="1"/>
          <p:nvPr/>
        </p:nvSpPr>
        <p:spPr>
          <a:xfrm>
            <a:off x="7315200" y="752985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EKF-Based State Estimation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EE3260-8765-44D3-D12F-6E796A01EF52}"/>
                  </a:ext>
                </a:extLst>
              </p:cNvPr>
              <p:cNvSpPr txBox="1"/>
              <p:nvPr/>
            </p:nvSpPr>
            <p:spPr>
              <a:xfrm>
                <a:off x="7473359" y="1313026"/>
                <a:ext cx="6998881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Why EKF is Introduced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Robot motion &amp; sensing are </a:t>
                </a:r>
                <a:r>
                  <a:rPr lang="en-IN" b="1" dirty="0"/>
                  <a:t>nonlinear and noisy</a:t>
                </a:r>
                <a:r>
                  <a:rPr lang="en-IN" dirty="0"/>
                  <a:t> → classical linear filters are not applicable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Dead-reckoning causes </a:t>
                </a:r>
                <a:r>
                  <a:rPr lang="en-IN" b="1" dirty="0"/>
                  <a:t>unbounded error growth</a:t>
                </a:r>
                <a:r>
                  <a:rPr lang="en-IN" dirty="0"/>
                  <a:t> due to wheel slip, bias, and actuator nonlinearities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 err="1"/>
                  <a:t>Linearisesizes</a:t>
                </a:r>
                <a:r>
                  <a:rPr lang="en-IN" dirty="0"/>
                  <a:t> nonlinear models via </a:t>
                </a:r>
                <a:r>
                  <a:rPr lang="en-IN" b="1" dirty="0"/>
                  <a:t>Jacobians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ar-AE" b="1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IN" b="1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IN" dirty="0" err="1"/>
                  <a:t>nd</a:t>
                </a:r>
                <a:r>
                  <a:rPr lang="en-IN" dirty="0"/>
                  <a:t> propagates state covariance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ar-A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Provides </a:t>
                </a:r>
                <a:r>
                  <a:rPr lang="en-IN" b="1" dirty="0"/>
                  <a:t>optimal recursive estimation</a:t>
                </a:r>
                <a:r>
                  <a:rPr lang="en-IN" dirty="0"/>
                  <a:t> under Gaussian noise using Process Noise Covariance Q and measurement Noise Covariance R.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EE3260-8765-44D3-D12F-6E796A01E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359" y="1313026"/>
                <a:ext cx="6998881" cy="2585323"/>
              </a:xfrm>
              <a:prstGeom prst="rect">
                <a:avLst/>
              </a:prstGeom>
              <a:blipFill>
                <a:blip r:embed="rId4"/>
                <a:stretch>
                  <a:fillRect l="-784" t="-1179" b="-28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323548-22B5-720B-1B41-4FEA6B644FAC}"/>
              </a:ext>
            </a:extLst>
          </p:cNvPr>
          <p:cNvCxnSpPr>
            <a:cxnSpLocks/>
          </p:cNvCxnSpPr>
          <p:nvPr/>
        </p:nvCxnSpPr>
        <p:spPr>
          <a:xfrm>
            <a:off x="6794339" y="672739"/>
            <a:ext cx="0" cy="71980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878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915FC38-4112-6E51-EFA0-79C29C8E1E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95" b="4044"/>
          <a:stretch>
            <a:fillRect/>
          </a:stretch>
        </p:blipFill>
        <p:spPr bwMode="auto">
          <a:xfrm>
            <a:off x="538480" y="1065410"/>
            <a:ext cx="8127999" cy="39965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129A46-6ED6-D049-1DE5-9FF165A4AB53}"/>
              </a:ext>
            </a:extLst>
          </p:cNvPr>
          <p:cNvSpPr txBox="1"/>
          <p:nvPr/>
        </p:nvSpPr>
        <p:spPr>
          <a:xfrm>
            <a:off x="834245" y="665301"/>
            <a:ext cx="73152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00FF"/>
                </a:solidFill>
              </a:rPr>
              <a:t>6. </a:t>
            </a:r>
            <a:r>
              <a:rPr lang="en-IN" sz="2800" b="1" dirty="0"/>
              <a:t>RL-EKF Integrated Mapping Architecture</a:t>
            </a:r>
            <a:r>
              <a:rPr lang="en-IN" sz="2800" dirty="0"/>
              <a:t> </a:t>
            </a:r>
          </a:p>
          <a:p>
            <a:pPr lvl="0"/>
            <a:endParaRPr lang="en-IN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C7DDAE-4A11-1864-9C35-D65D43B4BF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" t="6495" r="8974"/>
          <a:stretch>
            <a:fillRect/>
          </a:stretch>
        </p:blipFill>
        <p:spPr bwMode="auto">
          <a:xfrm>
            <a:off x="9269412" y="1620638"/>
            <a:ext cx="4747895" cy="38087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B740A5-2206-45FD-FCA6-352BD531E469}"/>
              </a:ext>
            </a:extLst>
          </p:cNvPr>
          <p:cNvCxnSpPr/>
          <p:nvPr/>
        </p:nvCxnSpPr>
        <p:spPr>
          <a:xfrm>
            <a:off x="8798560" y="1065410"/>
            <a:ext cx="0" cy="67374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F88D28-AF78-5F56-9999-88EE0FFE54A1}"/>
              </a:ext>
            </a:extLst>
          </p:cNvPr>
          <p:cNvSpPr txBox="1"/>
          <p:nvPr/>
        </p:nvSpPr>
        <p:spPr>
          <a:xfrm>
            <a:off x="8798560" y="1065708"/>
            <a:ext cx="2895038" cy="369332"/>
          </a:xfrm>
          <a:prstGeom prst="rect">
            <a:avLst/>
          </a:prstGeom>
          <a:solidFill>
            <a:srgbClr val="0000FF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/>
                </a:solidFill>
              </a:rPr>
              <a:t>UDP Latency Test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9E9AFB-868D-F87D-8025-67B569FDFA9B}"/>
              </a:ext>
            </a:extLst>
          </p:cNvPr>
          <p:cNvSpPr txBox="1"/>
          <p:nvPr/>
        </p:nvSpPr>
        <p:spPr>
          <a:xfrm>
            <a:off x="8930642" y="5906730"/>
            <a:ext cx="56997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Sensor data + EKF states streamed via </a:t>
            </a:r>
            <a:r>
              <a:rPr lang="en-IN" b="1" dirty="0"/>
              <a:t>UDP @ 50 Hz</a:t>
            </a:r>
            <a:r>
              <a:rPr lang="en-IN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Host PC processes data using </a:t>
            </a:r>
            <a:r>
              <a:rPr lang="en-IN" b="1" dirty="0"/>
              <a:t>Python, </a:t>
            </a:r>
            <a:r>
              <a:rPr lang="en-IN" dirty="0"/>
              <a:t>which</a:t>
            </a:r>
            <a:r>
              <a:rPr lang="en-IN" b="1" dirty="0"/>
              <a:t> s</a:t>
            </a:r>
            <a:r>
              <a:rPr lang="en-IN" dirty="0"/>
              <a:t>ends </a:t>
            </a:r>
            <a:r>
              <a:rPr lang="en-IN" b="1" dirty="0"/>
              <a:t>adaptive feedback of Q, R </a:t>
            </a:r>
            <a:r>
              <a:rPr lang="en-IN" dirty="0"/>
              <a:t>for system optimisation.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~5.28 </a:t>
            </a:r>
            <a:r>
              <a:rPr lang="en-IN" b="1" dirty="0" err="1"/>
              <a:t>ms</a:t>
            </a:r>
            <a:r>
              <a:rPr lang="en-IN" b="1" dirty="0"/>
              <a:t> latency</a:t>
            </a:r>
            <a:r>
              <a:rPr lang="en-IN" dirty="0"/>
              <a:t> over 1000 cycles → meets real-time constraints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Packet Loss:</a:t>
            </a:r>
            <a:r>
              <a:rPr lang="en-IN" dirty="0"/>
              <a:t> 0.00%, low packet loss ensuring reliable transmission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07C573-B11F-236B-95BE-36FF23EC9637}"/>
              </a:ext>
            </a:extLst>
          </p:cNvPr>
          <p:cNvSpPr txBox="1"/>
          <p:nvPr/>
        </p:nvSpPr>
        <p:spPr>
          <a:xfrm>
            <a:off x="8813679" y="5483383"/>
            <a:ext cx="409424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b="1" dirty="0"/>
              <a:t>Communication &amp; Performance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581468-D5B0-C4F5-D0DC-467D482B9CA9}"/>
              </a:ext>
            </a:extLst>
          </p:cNvPr>
          <p:cNvSpPr txBox="1"/>
          <p:nvPr/>
        </p:nvSpPr>
        <p:spPr>
          <a:xfrm>
            <a:off x="6272427" y="5301777"/>
            <a:ext cx="2394052" cy="23698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Processing &amp;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Python-based RL module</a:t>
            </a:r>
            <a:r>
              <a:rPr lang="en-US" dirty="0"/>
              <a:t> on host PC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</a:t>
            </a:r>
            <a:r>
              <a:rPr lang="en-US" b="1" dirty="0"/>
              <a:t>2D occupancy grid visualization</a:t>
            </a:r>
            <a:r>
              <a:rPr lang="en-US" dirty="0"/>
              <a:t> using Processing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Diagram 19">
                <a:extLst>
                  <a:ext uri="{FF2B5EF4-FFF2-40B4-BE49-F238E27FC236}">
                    <a16:creationId xmlns:a16="http://schemas.microsoft.com/office/drawing/2014/main" id="{BCFAC6FB-65D9-69A0-DCE9-BDC2F4F771B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0055981"/>
                  </p:ext>
                </p:extLst>
              </p:nvPr>
            </p:nvGraphicFramePr>
            <p:xfrm>
              <a:off x="351477" y="5156341"/>
              <a:ext cx="5450099" cy="286232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20" name="Diagram 19">
                <a:extLst>
                  <a:ext uri="{FF2B5EF4-FFF2-40B4-BE49-F238E27FC236}">
                    <a16:creationId xmlns:a16="http://schemas.microsoft.com/office/drawing/2014/main" id="{BCFAC6FB-65D9-69A0-DCE9-BDC2F4F771B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0055981"/>
                  </p:ext>
                </p:extLst>
              </p:nvPr>
            </p:nvGraphicFramePr>
            <p:xfrm>
              <a:off x="351477" y="5156341"/>
              <a:ext cx="5450099" cy="2862322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78272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9045B0-E68F-B7F0-894A-762FB5F43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658" y="1416566"/>
            <a:ext cx="6097122" cy="402285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CC3E3C-E436-AE7D-A9BA-01C3C65A73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898562"/>
              </p:ext>
            </p:extLst>
          </p:nvPr>
        </p:nvGraphicFramePr>
        <p:xfrm>
          <a:off x="8328872" y="5746489"/>
          <a:ext cx="5592908" cy="1767840"/>
        </p:xfrm>
        <a:graphic>
          <a:graphicData uri="http://schemas.openxmlformats.org/drawingml/2006/table">
            <a:tbl>
              <a:tblPr/>
              <a:tblGrid>
                <a:gridCol w="2123361">
                  <a:extLst>
                    <a:ext uri="{9D8B030D-6E8A-4147-A177-3AD203B41FA5}">
                      <a16:colId xmlns:a16="http://schemas.microsoft.com/office/drawing/2014/main" val="29333292"/>
                    </a:ext>
                  </a:extLst>
                </a:gridCol>
                <a:gridCol w="1700078">
                  <a:extLst>
                    <a:ext uri="{9D8B030D-6E8A-4147-A177-3AD203B41FA5}">
                      <a16:colId xmlns:a16="http://schemas.microsoft.com/office/drawing/2014/main" val="1082041522"/>
                    </a:ext>
                  </a:extLst>
                </a:gridCol>
                <a:gridCol w="1769469">
                  <a:extLst>
                    <a:ext uri="{9D8B030D-6E8A-4147-A177-3AD203B41FA5}">
                      <a16:colId xmlns:a16="http://schemas.microsoft.com/office/drawing/2014/main" val="45013150"/>
                    </a:ext>
                  </a:extLst>
                </a:gridCol>
              </a:tblGrid>
              <a:tr h="23604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b="1" dirty="0">
                          <a:effectLst/>
                        </a:rPr>
                        <a:t>Method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b="1" dirty="0">
                          <a:effectLst/>
                        </a:rPr>
                        <a:t>RMSE (m)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b="1" dirty="0">
                          <a:effectLst/>
                        </a:rPr>
                        <a:t>Accuracy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218078"/>
                  </a:ext>
                </a:extLst>
              </a:tr>
              <a:tr h="13887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dirty="0">
                          <a:effectLst/>
                        </a:rPr>
                        <a:t>Raw Sensor Data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dirty="0">
                          <a:effectLst/>
                        </a:rPr>
                        <a:t>0.063985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dirty="0">
                          <a:effectLst/>
                        </a:rPr>
                        <a:t>Baseline (0%)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742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>
                          <a:effectLst/>
                        </a:rPr>
                        <a:t>EKF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dirty="0">
                          <a:effectLst/>
                        </a:rPr>
                        <a:t>0.036989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dirty="0">
                          <a:effectLst/>
                        </a:rPr>
                        <a:t>~42% improvement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396446"/>
                  </a:ext>
                </a:extLst>
              </a:tr>
              <a:tr h="26386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>
                          <a:effectLst/>
                        </a:rPr>
                        <a:t>RL + EKF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dirty="0">
                          <a:effectLst/>
                        </a:rPr>
                        <a:t>~0.022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dirty="0">
                          <a:effectLst/>
                        </a:rPr>
                        <a:t>~65–70% improvement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00087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75959D3-FF92-84C3-7307-426EC7DBAA52}"/>
              </a:ext>
            </a:extLst>
          </p:cNvPr>
          <p:cNvSpPr/>
          <p:nvPr/>
        </p:nvSpPr>
        <p:spPr>
          <a:xfrm>
            <a:off x="0" y="715271"/>
            <a:ext cx="14630400" cy="5232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8B7233-0A77-3082-C07A-376623762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20" y="1526636"/>
            <a:ext cx="5888990" cy="38982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9E59E3B-AA51-C751-D408-FCBD00ED5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997772"/>
              </p:ext>
            </p:extLst>
          </p:nvPr>
        </p:nvGraphicFramePr>
        <p:xfrm>
          <a:off x="1135400" y="5685376"/>
          <a:ext cx="5345594" cy="2035175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672797">
                  <a:extLst>
                    <a:ext uri="{9D8B030D-6E8A-4147-A177-3AD203B41FA5}">
                      <a16:colId xmlns:a16="http://schemas.microsoft.com/office/drawing/2014/main" val="462780112"/>
                    </a:ext>
                  </a:extLst>
                </a:gridCol>
                <a:gridCol w="2672797">
                  <a:extLst>
                    <a:ext uri="{9D8B030D-6E8A-4147-A177-3AD203B41FA5}">
                      <a16:colId xmlns:a16="http://schemas.microsoft.com/office/drawing/2014/main" val="4150354767"/>
                    </a:ext>
                  </a:extLst>
                </a:gridCol>
              </a:tblGrid>
              <a:tr h="1606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Episode Range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RMSE (m)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213771182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0–20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0.038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444061588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20–50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0.03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015647704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50–100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0.025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451404841"/>
                  </a:ext>
                </a:extLst>
              </a:tr>
              <a:tr h="1606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100+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0.022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7850586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50B790B-1326-D14F-A3CC-13FA8F713EEB}"/>
              </a:ext>
            </a:extLst>
          </p:cNvPr>
          <p:cNvSpPr txBox="1"/>
          <p:nvPr/>
        </p:nvSpPr>
        <p:spPr>
          <a:xfrm>
            <a:off x="8062030" y="784884"/>
            <a:ext cx="339138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Comparative Error Analysis</a:t>
            </a:r>
            <a:endParaRPr lang="en-IN" sz="2000" dirty="0"/>
          </a:p>
          <a:p>
            <a:pPr algn="ctr"/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5C4C56-BC9B-89E8-EA06-41C28690B29F}"/>
              </a:ext>
            </a:extLst>
          </p:cNvPr>
          <p:cNvCxnSpPr>
            <a:cxnSpLocks/>
          </p:cNvCxnSpPr>
          <p:nvPr/>
        </p:nvCxnSpPr>
        <p:spPr>
          <a:xfrm>
            <a:off x="7137239" y="715271"/>
            <a:ext cx="0" cy="71555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D354380-6A36-4DC9-8C63-92D5AC30B32B}"/>
              </a:ext>
            </a:extLst>
          </p:cNvPr>
          <p:cNvSpPr txBox="1"/>
          <p:nvPr/>
        </p:nvSpPr>
        <p:spPr>
          <a:xfrm>
            <a:off x="1055213" y="784884"/>
            <a:ext cx="43244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RL Training and Convergence Analysis</a:t>
            </a:r>
            <a:endParaRPr lang="en-I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13215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6C40F6-DCC2-FB22-2D7B-DDE02B403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51" y="1141489"/>
            <a:ext cx="5191374" cy="4941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C61F29-251E-9C8A-35E9-2EAE6093E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91" y="1180110"/>
            <a:ext cx="5335946" cy="487284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BAE2FC-7ABD-C211-DB12-616A7F626769}"/>
              </a:ext>
            </a:extLst>
          </p:cNvPr>
          <p:cNvCxnSpPr>
            <a:cxnSpLocks/>
          </p:cNvCxnSpPr>
          <p:nvPr/>
        </p:nvCxnSpPr>
        <p:spPr>
          <a:xfrm>
            <a:off x="885268" y="1145922"/>
            <a:ext cx="128598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8CCA354-98AC-CE62-B65C-1FE6474587C2}"/>
              </a:ext>
            </a:extLst>
          </p:cNvPr>
          <p:cNvSpPr txBox="1"/>
          <p:nvPr/>
        </p:nvSpPr>
        <p:spPr>
          <a:xfrm>
            <a:off x="793790" y="550714"/>
            <a:ext cx="107297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00FF"/>
                </a:solidFill>
              </a:rPr>
              <a:t>7. </a:t>
            </a:r>
            <a:r>
              <a:rPr lang="en-IN" sz="2800" b="1" dirty="0"/>
              <a:t>Results: Real-World Setup &amp; Raw Mapping</a:t>
            </a:r>
            <a:endParaRPr lang="en-IN" sz="2800" dirty="0"/>
          </a:p>
          <a:p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0D603D-41DB-4D5C-04D2-98E53009D97C}"/>
              </a:ext>
            </a:extLst>
          </p:cNvPr>
          <p:cNvSpPr txBox="1"/>
          <p:nvPr/>
        </p:nvSpPr>
        <p:spPr>
          <a:xfrm>
            <a:off x="1120191" y="6292380"/>
            <a:ext cx="3368682" cy="9848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Experimental Setup:</a:t>
            </a:r>
            <a:br>
              <a:rPr lang="en-US" sz="2000" b="1" dirty="0"/>
            </a:br>
            <a:r>
              <a:rPr lang="en-US" dirty="0"/>
              <a:t>ToF-based mobile robot in a structured indoor environment.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C94D22-1394-2371-8502-DEEBF8E5ABEF}"/>
              </a:ext>
            </a:extLst>
          </p:cNvPr>
          <p:cNvSpPr txBox="1"/>
          <p:nvPr/>
        </p:nvSpPr>
        <p:spPr>
          <a:xfrm>
            <a:off x="10232593" y="6281989"/>
            <a:ext cx="3312659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en-US" sz="2000" b="1" dirty="0"/>
              <a:t>Raw Sensor Mapping:</a:t>
            </a:r>
            <a:br>
              <a:rPr lang="en-US" sz="2000" dirty="0"/>
            </a:br>
            <a:r>
              <a:rPr lang="en-US" dirty="0"/>
              <a:t>High noise, scattered detections, and poor spatial consistency.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CC5869-749A-2EA2-A078-96BD41BFA1FE}"/>
              </a:ext>
            </a:extLst>
          </p:cNvPr>
          <p:cNvSpPr txBox="1"/>
          <p:nvPr/>
        </p:nvSpPr>
        <p:spPr>
          <a:xfrm>
            <a:off x="5440769" y="6058914"/>
            <a:ext cx="415004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2400" b="1" u="sng" dirty="0">
                <a:solidFill>
                  <a:schemeClr val="tx1"/>
                </a:solidFill>
              </a:rPr>
              <a:t>OBSERVATION</a:t>
            </a:r>
            <a:endParaRPr lang="en-IN" b="1" u="sng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Raw ToF:</a:t>
            </a:r>
            <a:r>
              <a:rPr lang="en-IN" dirty="0">
                <a:solidFill>
                  <a:schemeClr val="tx1"/>
                </a:solidFill>
              </a:rPr>
              <a:t> Noisy occupancy grid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False detections: </a:t>
            </a:r>
            <a:r>
              <a:rPr lang="en-IN" dirty="0">
                <a:solidFill>
                  <a:schemeClr val="tx1"/>
                </a:solidFill>
              </a:rPr>
              <a:t>High false positives &amp; fragmented boundaries </a:t>
            </a:r>
          </a:p>
          <a:p>
            <a:pPr algn="just"/>
            <a:r>
              <a:rPr lang="en-IN" b="1" dirty="0">
                <a:solidFill>
                  <a:schemeClr val="tx1"/>
                </a:solidFill>
              </a:rPr>
              <a:t>Necessitates EKF-based state estimation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4891C2-35D6-BA9A-D844-51F448BB636B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474226" y="1117689"/>
            <a:ext cx="41563" cy="49412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18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515DCD-D144-8C2B-8A55-BABFBF6B89FA}"/>
              </a:ext>
            </a:extLst>
          </p:cNvPr>
          <p:cNvSpPr/>
          <p:nvPr/>
        </p:nvSpPr>
        <p:spPr>
          <a:xfrm>
            <a:off x="0" y="5943600"/>
            <a:ext cx="14630400" cy="2286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2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7E9E2D-1884-B8D5-F12F-525737303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13" y="299822"/>
            <a:ext cx="5353737" cy="54203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160F5A-B088-F4DB-0663-E283FC57F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825" y="200126"/>
            <a:ext cx="5424151" cy="556890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93DC0D-5A16-3685-BF44-CAB31FB78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44438"/>
              </p:ext>
            </p:extLst>
          </p:nvPr>
        </p:nvGraphicFramePr>
        <p:xfrm>
          <a:off x="849552" y="6527583"/>
          <a:ext cx="4995360" cy="147862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497680">
                  <a:extLst>
                    <a:ext uri="{9D8B030D-6E8A-4147-A177-3AD203B41FA5}">
                      <a16:colId xmlns:a16="http://schemas.microsoft.com/office/drawing/2014/main" val="4085639075"/>
                    </a:ext>
                  </a:extLst>
                </a:gridCol>
                <a:gridCol w="2497680">
                  <a:extLst>
                    <a:ext uri="{9D8B030D-6E8A-4147-A177-3AD203B41FA5}">
                      <a16:colId xmlns:a16="http://schemas.microsoft.com/office/drawing/2014/main" val="2705714909"/>
                    </a:ext>
                  </a:extLst>
                </a:gridCol>
              </a:tblGrid>
              <a:tr h="3696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Method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Accuracy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373139"/>
                  </a:ext>
                </a:extLst>
              </a:tr>
              <a:tr h="3696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Raw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58%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542670"/>
                  </a:ext>
                </a:extLst>
              </a:tr>
              <a:tr h="3696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EKF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72%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303990"/>
                  </a:ext>
                </a:extLst>
              </a:tr>
              <a:tr h="3696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RL+EKF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89%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73508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29EC4B-001B-CA1B-05AB-24DE52427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114026"/>
              </p:ext>
            </p:extLst>
          </p:nvPr>
        </p:nvGraphicFramePr>
        <p:xfrm>
          <a:off x="9261476" y="6475629"/>
          <a:ext cx="4651952" cy="158252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605545">
                  <a:extLst>
                    <a:ext uri="{9D8B030D-6E8A-4147-A177-3AD203B41FA5}">
                      <a16:colId xmlns:a16="http://schemas.microsoft.com/office/drawing/2014/main" val="361127964"/>
                    </a:ext>
                  </a:extLst>
                </a:gridCol>
                <a:gridCol w="1620969">
                  <a:extLst>
                    <a:ext uri="{9D8B030D-6E8A-4147-A177-3AD203B41FA5}">
                      <a16:colId xmlns:a16="http://schemas.microsoft.com/office/drawing/2014/main" val="507739488"/>
                    </a:ext>
                  </a:extLst>
                </a:gridCol>
                <a:gridCol w="1425438">
                  <a:extLst>
                    <a:ext uri="{9D8B030D-6E8A-4147-A177-3AD203B41FA5}">
                      <a16:colId xmlns:a16="http://schemas.microsoft.com/office/drawing/2014/main" val="1618982131"/>
                    </a:ext>
                  </a:extLst>
                </a:gridCol>
              </a:tblGrid>
              <a:tr h="3956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Method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Precision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Recall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606820"/>
                  </a:ext>
                </a:extLst>
              </a:tr>
              <a:tr h="3956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Raw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0.62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0.70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324639"/>
                  </a:ext>
                </a:extLst>
              </a:tr>
              <a:tr h="3956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EKF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0.81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0.84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692450"/>
                  </a:ext>
                </a:extLst>
              </a:tr>
              <a:tr h="3956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RL+EKF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>
                          <a:effectLst/>
                        </a:rPr>
                        <a:t>0.90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sz="1800" dirty="0">
                          <a:effectLst/>
                        </a:rPr>
                        <a:t>0.93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05803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A731F56-57E8-9613-EAF4-382162F4F737}"/>
              </a:ext>
            </a:extLst>
          </p:cNvPr>
          <p:cNvSpPr txBox="1"/>
          <p:nvPr/>
        </p:nvSpPr>
        <p:spPr>
          <a:xfrm>
            <a:off x="0" y="5919271"/>
            <a:ext cx="14630400" cy="458074"/>
          </a:xfrm>
          <a:prstGeom prst="rect">
            <a:avLst/>
          </a:prstGeom>
          <a:solidFill>
            <a:srgbClr val="000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  <a:buSzPts val="1200"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Map Occupancy Grid Accuracy(Noise Reduction)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025958-ED5B-6439-3A92-09253F75604B}"/>
              </a:ext>
            </a:extLst>
          </p:cNvPr>
          <p:cNvCxnSpPr>
            <a:stCxn id="13" idx="0"/>
            <a:endCxn id="9" idx="2"/>
          </p:cNvCxnSpPr>
          <p:nvPr/>
        </p:nvCxnSpPr>
        <p:spPr>
          <a:xfrm>
            <a:off x="7315200" y="5919271"/>
            <a:ext cx="0" cy="231032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66CB3BA-BAB7-0EEC-BE16-AF691C122A07}"/>
              </a:ext>
            </a:extLst>
          </p:cNvPr>
          <p:cNvSpPr txBox="1"/>
          <p:nvPr/>
        </p:nvSpPr>
        <p:spPr>
          <a:xfrm>
            <a:off x="9384579" y="5960238"/>
            <a:ext cx="4405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Obstacle detection Performance</a:t>
            </a:r>
            <a:endParaRPr lang="en-IN" sz="2000" dirty="0">
              <a:solidFill>
                <a:schemeClr val="bg1"/>
              </a:solidFill>
            </a:endParaRPr>
          </a:p>
          <a:p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EEC591-8401-1CEB-9B4D-0C0516C9995A}"/>
              </a:ext>
            </a:extLst>
          </p:cNvPr>
          <p:cNvSpPr txBox="1"/>
          <p:nvPr/>
        </p:nvSpPr>
        <p:spPr>
          <a:xfrm>
            <a:off x="5577926" y="668916"/>
            <a:ext cx="3462163" cy="70788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/>
              <a:t>Qualitative Mapping Performance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C0B5E2-1454-95BB-6D51-12AACCA3E993}"/>
              </a:ext>
            </a:extLst>
          </p:cNvPr>
          <p:cNvSpPr txBox="1"/>
          <p:nvPr/>
        </p:nvSpPr>
        <p:spPr>
          <a:xfrm>
            <a:off x="5751392" y="1237601"/>
            <a:ext cx="3288697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EKF: Effective </a:t>
            </a:r>
            <a:r>
              <a:rPr lang="en-IN" b="1" dirty="0"/>
              <a:t>probabilistic filtering</a:t>
            </a:r>
            <a:r>
              <a:rPr lang="en-IN" dirty="0"/>
              <a:t>, but assumes </a:t>
            </a:r>
            <a:r>
              <a:rPr lang="en-IN" b="1" dirty="0"/>
              <a:t>fixed noise</a:t>
            </a:r>
            <a:r>
              <a:rPr lang="en-IN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RL + EKF: </a:t>
            </a:r>
            <a:r>
              <a:rPr lang="en-IN" b="1" dirty="0"/>
              <a:t>Adaptive noise tuning</a:t>
            </a:r>
            <a:r>
              <a:rPr lang="en-IN" dirty="0"/>
              <a:t> via learning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7C6C20-7D61-E25A-B0B2-986C6290197A}"/>
              </a:ext>
            </a:extLst>
          </p:cNvPr>
          <p:cNvSpPr txBox="1"/>
          <p:nvPr/>
        </p:nvSpPr>
        <p:spPr>
          <a:xfrm>
            <a:off x="5751391" y="3919658"/>
            <a:ext cx="3288697" cy="157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Results:</a:t>
            </a:r>
            <a:endParaRPr lang="en-IN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Reduced false positives (noise)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Smoother obstacle boundaries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Improved spatial consistency</a:t>
            </a:r>
          </a:p>
        </p:txBody>
      </p:sp>
    </p:spTree>
    <p:extLst>
      <p:ext uri="{BB962C8B-B14F-4D97-AF65-F5344CB8AC3E}">
        <p14:creationId xmlns:p14="http://schemas.microsoft.com/office/powerpoint/2010/main" val="3594265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B33D257-7D39-1C6C-2664-C95650605C57}"/>
              </a:ext>
            </a:extLst>
          </p:cNvPr>
          <p:cNvCxnSpPr>
            <a:cxnSpLocks/>
          </p:cNvCxnSpPr>
          <p:nvPr/>
        </p:nvCxnSpPr>
        <p:spPr>
          <a:xfrm>
            <a:off x="885268" y="1478434"/>
            <a:ext cx="128598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470A9F2-3F95-6366-24D1-1ED65ACC2185}"/>
              </a:ext>
            </a:extLst>
          </p:cNvPr>
          <p:cNvSpPr txBox="1"/>
          <p:nvPr/>
        </p:nvSpPr>
        <p:spPr>
          <a:xfrm>
            <a:off x="793790" y="976745"/>
            <a:ext cx="10729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00FF"/>
                </a:solidFill>
              </a:rPr>
              <a:t>8. </a:t>
            </a:r>
            <a:r>
              <a:rPr lang="en-IN" sz="2800" dirty="0"/>
              <a:t>Conclusion:</a:t>
            </a:r>
            <a:endParaRPr lang="en-IN" sz="2800" b="1" dirty="0"/>
          </a:p>
        </p:txBody>
      </p:sp>
      <p:pic>
        <p:nvPicPr>
          <p:cNvPr id="11" name="Picture 20" descr="Description: C:\Users\sneha\OneDrive\Desktop\ESP 32 OBJECT DETECTION(Yolov5)\captures\detected_20250604_110912.jpg">
            <a:extLst>
              <a:ext uri="{FF2B5EF4-FFF2-40B4-BE49-F238E27FC236}">
                <a16:creationId xmlns:a16="http://schemas.microsoft.com/office/drawing/2014/main" id="{86F473D6-BACD-32FC-F1F7-54C6CCD06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337" y="1496135"/>
            <a:ext cx="2576232" cy="261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7" descr="Description: C:\Users\sneha\OneDrive\Desktop\ESP 32 OBJECT DETECTION(Yolov5)\captures\detected_20250617_143115.jpg">
            <a:extLst>
              <a:ext uri="{FF2B5EF4-FFF2-40B4-BE49-F238E27FC236}">
                <a16:creationId xmlns:a16="http://schemas.microsoft.com/office/drawing/2014/main" id="{3FC734F8-C3AF-15E7-0266-5DE9EDD96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8569" y="1519554"/>
            <a:ext cx="2775517" cy="2595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A4A2A6-F0AF-2666-535A-0CB7B6865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2336" y="4114798"/>
            <a:ext cx="5323275" cy="30861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688BB4-36A3-3175-EBC6-8F00B203CC86}"/>
              </a:ext>
            </a:extLst>
          </p:cNvPr>
          <p:cNvSpPr txBox="1"/>
          <p:nvPr/>
        </p:nvSpPr>
        <p:spPr>
          <a:xfrm>
            <a:off x="952808" y="5175360"/>
            <a:ext cx="7315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Decentralised swarm intelligence</a:t>
            </a:r>
            <a:r>
              <a:rPr lang="en-IN" sz="2000" dirty="0"/>
              <a:t> (fully distributed coordination)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 Onboard RL deployment</a:t>
            </a:r>
            <a:r>
              <a:rPr lang="en-IN" sz="2000" dirty="0"/>
              <a:t> (edge AI on ESP32 S3)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 Advanced learning models</a:t>
            </a:r>
            <a:r>
              <a:rPr lang="en-IN" sz="2000" dirty="0"/>
              <a:t> (Deep RL, belief-space planning)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 Multi-modal sensor fusion</a:t>
            </a:r>
            <a:r>
              <a:rPr lang="en-IN" sz="2000" dirty="0"/>
              <a:t> (vision, LiDAR integration)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 Real-time diagnostics &amp; monitoring systems</a:t>
            </a:r>
            <a:r>
              <a:rPr lang="en-IN" sz="2000" dirty="0"/>
              <a:t>(</a:t>
            </a:r>
            <a:r>
              <a:rPr lang="en-IN" dirty="0"/>
              <a:t>Raspberry Pi 5 </a:t>
            </a:r>
            <a:r>
              <a:rPr lang="en-IN" sz="2000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E5AE0F-B123-F733-5FB3-A33E034E3BB4}"/>
              </a:ext>
            </a:extLst>
          </p:cNvPr>
          <p:cNvSpPr txBox="1"/>
          <p:nvPr/>
        </p:nvSpPr>
        <p:spPr>
          <a:xfrm>
            <a:off x="793790" y="1678804"/>
            <a:ext cx="76332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Developed a </a:t>
            </a:r>
            <a:r>
              <a:rPr lang="en-IN" sz="2000" b="1" dirty="0"/>
              <a:t>hybrid RL + EKF + PID framework</a:t>
            </a:r>
            <a:r>
              <a:rPr lang="en-IN" sz="2000" dirty="0"/>
              <a:t> for low-cost swarm robots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F59DDF-72E9-E181-E20C-3BD79FE3EB41}"/>
              </a:ext>
            </a:extLst>
          </p:cNvPr>
          <p:cNvSpPr txBox="1"/>
          <p:nvPr/>
        </p:nvSpPr>
        <p:spPr>
          <a:xfrm>
            <a:off x="793790" y="4530100"/>
            <a:ext cx="3364613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dirty="0">
                <a:latin typeface="Calibri bold" panose="020F0702030404030204" pitchFamily="34" charset="0"/>
                <a:ea typeface="Calibri bold" panose="020F0702030404030204" pitchFamily="34" charset="0"/>
                <a:cs typeface="Calibri bold" panose="020F0702030404030204" pitchFamily="34" charset="0"/>
              </a:rPr>
              <a:t>Future Scope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9B07D2-4F77-3F9F-D33E-4ED15F686818}"/>
              </a:ext>
            </a:extLst>
          </p:cNvPr>
          <p:cNvSpPr txBox="1"/>
          <p:nvPr/>
        </p:nvSpPr>
        <p:spPr>
          <a:xfrm>
            <a:off x="793790" y="3109034"/>
            <a:ext cx="7315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Enhanced </a:t>
            </a:r>
            <a:r>
              <a:rPr lang="en-IN" sz="2000" b="1" dirty="0"/>
              <a:t>mapping quality and robustness</a:t>
            </a:r>
            <a:r>
              <a:rPr lang="en-IN" sz="2000" dirty="0"/>
              <a:t> under noisy, uncertain environments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/>
              <a:t>Demonstrated </a:t>
            </a:r>
            <a:r>
              <a:rPr lang="en-IN" sz="2000" b="1" dirty="0"/>
              <a:t>real-time, low-cost, scalable implementation</a:t>
            </a:r>
            <a:r>
              <a:rPr lang="en-IN" sz="2000" dirty="0"/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A5C7B-C5C7-D11C-3C75-203B5609407A}"/>
              </a:ext>
            </a:extLst>
          </p:cNvPr>
          <p:cNvSpPr txBox="1"/>
          <p:nvPr/>
        </p:nvSpPr>
        <p:spPr>
          <a:xfrm>
            <a:off x="793790" y="2386690"/>
            <a:ext cx="7315200" cy="707886"/>
          </a:xfrm>
          <a:prstGeom prst="rect">
            <a:avLst/>
          </a:prstGeom>
          <a:solidFill>
            <a:srgbClr val="0000FF"/>
          </a:solidFill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Achieved </a:t>
            </a:r>
            <a:r>
              <a:rPr lang="en-IN" sz="2000" b="1" dirty="0">
                <a:solidFill>
                  <a:schemeClr val="bg1"/>
                </a:solidFill>
              </a:rPr>
              <a:t>significant improvement in localisation accuracy (~65–70% error reduction)</a:t>
            </a:r>
            <a:r>
              <a:rPr lang="en-IN" sz="20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3899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</TotalTime>
  <Words>1465</Words>
  <Application>Microsoft Office PowerPoint</Application>
  <PresentationFormat>Custom</PresentationFormat>
  <Paragraphs>241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Arial</vt:lpstr>
      <vt:lpstr>Arial Narrow</vt:lpstr>
      <vt:lpstr>Cambria Math</vt:lpstr>
      <vt:lpstr>Calibri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VISHAL ROY</dc:creator>
  <cp:lastModifiedBy>VISHAL ROY</cp:lastModifiedBy>
  <cp:revision>4</cp:revision>
  <dcterms:created xsi:type="dcterms:W3CDTF">2025-11-06T19:26:57Z</dcterms:created>
  <dcterms:modified xsi:type="dcterms:W3CDTF">2026-04-05T11:44:13Z</dcterms:modified>
</cp:coreProperties>
</file>